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sldIdLst>
    <p:sldId id="256" r:id="rId2"/>
    <p:sldId id="260" r:id="rId3"/>
    <p:sldId id="259" r:id="rId4"/>
    <p:sldId id="257" r:id="rId5"/>
    <p:sldId id="258"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4" d="100"/>
          <a:sy n="84" d="100"/>
        </p:scale>
        <p:origin x="81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5"/>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68AC08-60AB-59E0-DA8F-498C9F26A03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l="37393" t="46146"/>
          <a:stretch>
            <a:fillRect/>
          </a:stretch>
        </p:blipFill>
        <p:spPr>
          <a:xfrm rot="10431885">
            <a:off x="8397863" y="4155450"/>
            <a:ext cx="3961007" cy="2910382"/>
          </a:xfrm>
          <a:custGeom>
            <a:avLst/>
            <a:gdLst>
              <a:gd name="connsiteX0" fmla="*/ 0 w 3961007"/>
              <a:gd name="connsiteY0" fmla="*/ 2910382 h 2910382"/>
              <a:gd name="connsiteX1" fmla="*/ 312841 w 3961007"/>
              <a:gd name="connsiteY1" fmla="*/ 0 h 2910382"/>
              <a:gd name="connsiteX2" fmla="*/ 3961007 w 3961007"/>
              <a:gd name="connsiteY2" fmla="*/ 392147 h 2910382"/>
              <a:gd name="connsiteX3" fmla="*/ 3961007 w 3961007"/>
              <a:gd name="connsiteY3" fmla="*/ 2910382 h 2910382"/>
            </a:gdLst>
            <a:ahLst/>
            <a:cxnLst>
              <a:cxn ang="0">
                <a:pos x="connsiteX0" y="connsiteY0"/>
              </a:cxn>
              <a:cxn ang="0">
                <a:pos x="connsiteX1" y="connsiteY1"/>
              </a:cxn>
              <a:cxn ang="0">
                <a:pos x="connsiteX2" y="connsiteY2"/>
              </a:cxn>
              <a:cxn ang="0">
                <a:pos x="connsiteX3" y="connsiteY3"/>
              </a:cxn>
            </a:cxnLst>
            <a:rect l="l" t="t" r="r" b="b"/>
            <a:pathLst>
              <a:path w="3961007" h="2910382">
                <a:moveTo>
                  <a:pt x="0" y="2910382"/>
                </a:moveTo>
                <a:lnTo>
                  <a:pt x="312841" y="0"/>
                </a:lnTo>
                <a:lnTo>
                  <a:pt x="3961007" y="392147"/>
                </a:lnTo>
                <a:lnTo>
                  <a:pt x="3961007" y="2910382"/>
                </a:lnTo>
                <a:close/>
              </a:path>
            </a:pathLst>
          </a:custGeom>
        </p:spPr>
      </p:pic>
      <p:pic>
        <p:nvPicPr>
          <p:cNvPr id="7" name="Graphic 6">
            <a:extLst>
              <a:ext uri="{FF2B5EF4-FFF2-40B4-BE49-F238E27FC236}">
                <a16:creationId xmlns:a16="http://schemas.microsoft.com/office/drawing/2014/main" id="{2CCAAD79-0F28-E27E-3415-F91C82E2B7F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3130" r="12599" b="51253"/>
          <a:stretch>
            <a:fillRect/>
          </a:stretch>
        </p:blipFill>
        <p:spPr>
          <a:xfrm rot="13235627">
            <a:off x="6807312" y="-837779"/>
            <a:ext cx="7519564" cy="3715398"/>
          </a:xfrm>
          <a:custGeom>
            <a:avLst/>
            <a:gdLst>
              <a:gd name="connsiteX0" fmla="*/ 7519564 w 7519564"/>
              <a:gd name="connsiteY0" fmla="*/ 0 h 3715398"/>
              <a:gd name="connsiteX1" fmla="*/ 3183782 w 7519564"/>
              <a:gd name="connsiteY1" fmla="*/ 3715398 h 3715398"/>
              <a:gd name="connsiteX2" fmla="*/ 0 w 7519564"/>
              <a:gd name="connsiteY2" fmla="*/ 0 h 3715398"/>
            </a:gdLst>
            <a:ahLst/>
            <a:cxnLst>
              <a:cxn ang="0">
                <a:pos x="connsiteX0" y="connsiteY0"/>
              </a:cxn>
              <a:cxn ang="0">
                <a:pos x="connsiteX1" y="connsiteY1"/>
              </a:cxn>
              <a:cxn ang="0">
                <a:pos x="connsiteX2" y="connsiteY2"/>
              </a:cxn>
            </a:cxnLst>
            <a:rect l="l" t="t" r="r" b="b"/>
            <a:pathLst>
              <a:path w="7519564" h="3715398">
                <a:moveTo>
                  <a:pt x="7519564" y="0"/>
                </a:moveTo>
                <a:lnTo>
                  <a:pt x="3183782" y="3715398"/>
                </a:lnTo>
                <a:lnTo>
                  <a:pt x="0" y="0"/>
                </a:lnTo>
                <a:close/>
              </a:path>
            </a:pathLst>
          </a:custGeom>
        </p:spPr>
      </p:pic>
      <p:pic>
        <p:nvPicPr>
          <p:cNvPr id="8" name="Graphic 7">
            <a:extLst>
              <a:ext uri="{FF2B5EF4-FFF2-40B4-BE49-F238E27FC236}">
                <a16:creationId xmlns:a16="http://schemas.microsoft.com/office/drawing/2014/main" id="{841BBD38-60F1-DEF8-CA7D-5DB3E2D5EFF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t="80069"/>
          <a:stretch>
            <a:fillRect/>
          </a:stretch>
        </p:blipFill>
        <p:spPr>
          <a:xfrm rot="10800000">
            <a:off x="-238765" y="5718856"/>
            <a:ext cx="7493958" cy="1151336"/>
          </a:xfrm>
          <a:custGeom>
            <a:avLst/>
            <a:gdLst>
              <a:gd name="connsiteX0" fmla="*/ 7493958 w 7493958"/>
              <a:gd name="connsiteY0" fmla="*/ 1151336 h 1151336"/>
              <a:gd name="connsiteX1" fmla="*/ 0 w 7493958"/>
              <a:gd name="connsiteY1" fmla="*/ 1151336 h 1151336"/>
              <a:gd name="connsiteX2" fmla="*/ 0 w 7493958"/>
              <a:gd name="connsiteY2" fmla="*/ 0 h 1151336"/>
              <a:gd name="connsiteX3" fmla="*/ 7493958 w 7493958"/>
              <a:gd name="connsiteY3" fmla="*/ 0 h 1151336"/>
            </a:gdLst>
            <a:ahLst/>
            <a:cxnLst>
              <a:cxn ang="0">
                <a:pos x="connsiteX0" y="connsiteY0"/>
              </a:cxn>
              <a:cxn ang="0">
                <a:pos x="connsiteX1" y="connsiteY1"/>
              </a:cxn>
              <a:cxn ang="0">
                <a:pos x="connsiteX2" y="connsiteY2"/>
              </a:cxn>
              <a:cxn ang="0">
                <a:pos x="connsiteX3" y="connsiteY3"/>
              </a:cxn>
            </a:cxnLst>
            <a:rect l="l" t="t" r="r" b="b"/>
            <a:pathLst>
              <a:path w="7493958" h="1151336">
                <a:moveTo>
                  <a:pt x="7493958" y="1151336"/>
                </a:moveTo>
                <a:lnTo>
                  <a:pt x="0" y="1151336"/>
                </a:lnTo>
                <a:lnTo>
                  <a:pt x="0" y="0"/>
                </a:lnTo>
                <a:lnTo>
                  <a:pt x="7493958" y="0"/>
                </a:lnTo>
                <a:close/>
              </a:path>
            </a:pathLst>
          </a:custGeom>
        </p:spPr>
      </p:pic>
      <p:pic>
        <p:nvPicPr>
          <p:cNvPr id="9" name="Graphic 8">
            <a:extLst>
              <a:ext uri="{FF2B5EF4-FFF2-40B4-BE49-F238E27FC236}">
                <a16:creationId xmlns:a16="http://schemas.microsoft.com/office/drawing/2014/main" id="{CEE6B663-76A9-99E3-003F-54C0C9C7592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rcRect r="22607" b="41886"/>
          <a:stretch>
            <a:fillRect/>
          </a:stretch>
        </p:blipFill>
        <p:spPr>
          <a:xfrm rot="7076154">
            <a:off x="-2918822" y="602036"/>
            <a:ext cx="7976987" cy="4617239"/>
          </a:xfrm>
          <a:custGeom>
            <a:avLst/>
            <a:gdLst>
              <a:gd name="connsiteX0" fmla="*/ 0 w 7976987"/>
              <a:gd name="connsiteY0" fmla="*/ 999998 h 4617239"/>
              <a:gd name="connsiteX1" fmla="*/ 0 w 7976987"/>
              <a:gd name="connsiteY1" fmla="*/ 0 h 4617239"/>
              <a:gd name="connsiteX2" fmla="*/ 7232280 w 7976987"/>
              <a:gd name="connsiteY2" fmla="*/ 0 h 4617239"/>
              <a:gd name="connsiteX3" fmla="*/ 7976987 w 7976987"/>
              <a:gd name="connsiteY3" fmla="*/ 1404379 h 4617239"/>
              <a:gd name="connsiteX4" fmla="*/ 1918134 w 7976987"/>
              <a:gd name="connsiteY4" fmla="*/ 4617239 h 461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987" h="4617239">
                <a:moveTo>
                  <a:pt x="0" y="999998"/>
                </a:moveTo>
                <a:lnTo>
                  <a:pt x="0" y="0"/>
                </a:lnTo>
                <a:lnTo>
                  <a:pt x="7232280" y="0"/>
                </a:lnTo>
                <a:lnTo>
                  <a:pt x="7976987" y="1404379"/>
                </a:lnTo>
                <a:lnTo>
                  <a:pt x="1918134" y="4617239"/>
                </a:lnTo>
                <a:close/>
              </a:path>
            </a:pathLst>
          </a:custGeom>
        </p:spPr>
      </p:pic>
      <p:sp>
        <p:nvSpPr>
          <p:cNvPr id="10" name="Freeform 8">
            <a:extLst>
              <a:ext uri="{FF2B5EF4-FFF2-40B4-BE49-F238E27FC236}">
                <a16:creationId xmlns:a16="http://schemas.microsoft.com/office/drawing/2014/main" id="{94A85E6B-D9D6-122C-BE65-44FDAEAF051F}"/>
              </a:ext>
              <a:ext uri="{C183D7F6-B498-43B3-948B-1728B52AA6E4}">
                <adec:decorative xmlns:adec="http://schemas.microsoft.com/office/drawing/2017/decorative" val="1"/>
              </a:ext>
            </a:extLst>
          </p:cNvPr>
          <p:cNvSpPr/>
          <p:nvPr/>
        </p:nvSpPr>
        <p:spPr>
          <a:xfrm>
            <a:off x="1567895" y="0"/>
            <a:ext cx="2938406" cy="614238"/>
          </a:xfrm>
          <a:custGeom>
            <a:avLst/>
            <a:gdLst>
              <a:gd name="connsiteX0" fmla="*/ 0 w 2938406"/>
              <a:gd name="connsiteY0" fmla="*/ 0 h 614238"/>
              <a:gd name="connsiteX1" fmla="*/ 2938406 w 2938406"/>
              <a:gd name="connsiteY1" fmla="*/ 0 h 614238"/>
              <a:gd name="connsiteX2" fmla="*/ 2930135 w 2938406"/>
              <a:gd name="connsiteY2" fmla="*/ 9100 h 614238"/>
              <a:gd name="connsiteX3" fmla="*/ 1469203 w 2938406"/>
              <a:gd name="connsiteY3" fmla="*/ 614238 h 614238"/>
              <a:gd name="connsiteX4" fmla="*/ 8271 w 2938406"/>
              <a:gd name="connsiteY4" fmla="*/ 9100 h 61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406" h="614238">
                <a:moveTo>
                  <a:pt x="0" y="0"/>
                </a:moveTo>
                <a:lnTo>
                  <a:pt x="2938406" y="0"/>
                </a:lnTo>
                <a:lnTo>
                  <a:pt x="2930135" y="9100"/>
                </a:lnTo>
                <a:cubicBezTo>
                  <a:pt x="2556250" y="382985"/>
                  <a:pt x="2039733" y="614238"/>
                  <a:pt x="1469203" y="614238"/>
                </a:cubicBezTo>
                <a:cubicBezTo>
                  <a:pt x="898674" y="614238"/>
                  <a:pt x="382156" y="382985"/>
                  <a:pt x="8271" y="910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Block Arc 11">
            <a:extLst>
              <a:ext uri="{FF2B5EF4-FFF2-40B4-BE49-F238E27FC236}">
                <a16:creationId xmlns:a16="http://schemas.microsoft.com/office/drawing/2014/main" id="{F0363563-C230-8255-8A77-C6F5DC02E114}"/>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3C76131-1AAA-1028-5EA8-E8A5703C3962}"/>
              </a:ext>
            </a:extLst>
          </p:cNvPr>
          <p:cNvSpPr>
            <a:spLocks noGrp="1"/>
          </p:cNvSpPr>
          <p:nvPr>
            <p:ph type="title" hasCustomPrompt="1"/>
          </p:nvPr>
        </p:nvSpPr>
        <p:spPr>
          <a:xfrm>
            <a:off x="915924" y="1463040"/>
            <a:ext cx="10360152" cy="4471416"/>
          </a:xfrm>
        </p:spPr>
        <p:txBody>
          <a:bodyPr>
            <a:noAutofit/>
          </a:bodyPr>
          <a:lstStyle>
            <a:lvl1pPr algn="ctr">
              <a:lnSpc>
                <a:spcPct val="75000"/>
              </a:lnSpc>
              <a:defRPr sz="5400" cap="all" spc="600" baseline="0">
                <a:solidFill>
                  <a:schemeClr val="tx1"/>
                </a:solidFill>
                <a:latin typeface="+mj-lt"/>
              </a:defRPr>
            </a:lvl1pPr>
          </a:lstStyle>
          <a:p>
            <a:r>
              <a:rPr lang="en-US" dirty="0"/>
              <a:t>Click to add title</a:t>
            </a:r>
          </a:p>
        </p:txBody>
      </p:sp>
    </p:spTree>
    <p:extLst>
      <p:ext uri="{BB962C8B-B14F-4D97-AF65-F5344CB8AC3E}">
        <p14:creationId xmlns:p14="http://schemas.microsoft.com/office/powerpoint/2010/main" val="1689471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Freeform: Shape 11">
            <a:extLst>
              <a:ext uri="{FF2B5EF4-FFF2-40B4-BE49-F238E27FC236}">
                <a16:creationId xmlns:a16="http://schemas.microsoft.com/office/drawing/2014/main" id="{5E99B326-A023-FA69-54A8-41EDB12763C4}"/>
              </a:ext>
              <a:ext uri="{C183D7F6-B498-43B3-948B-1728B52AA6E4}">
                <adec:decorative xmlns:adec="http://schemas.microsoft.com/office/drawing/2017/decorative" val="1"/>
              </a:ext>
            </a:extLst>
          </p:cNvPr>
          <p:cNvSpPr/>
          <p:nvPr/>
        </p:nvSpPr>
        <p:spPr>
          <a:xfrm>
            <a:off x="1" y="2304754"/>
            <a:ext cx="2954761" cy="4553246"/>
          </a:xfrm>
          <a:custGeom>
            <a:avLst/>
            <a:gdLst>
              <a:gd name="connsiteX0" fmla="*/ 0 w 2954761"/>
              <a:gd name="connsiteY0" fmla="*/ 0 h 4553246"/>
              <a:gd name="connsiteX1" fmla="*/ 117233 w 2954761"/>
              <a:gd name="connsiteY1" fmla="*/ 82668 h 4553246"/>
              <a:gd name="connsiteX2" fmla="*/ 730843 w 2954761"/>
              <a:gd name="connsiteY2" fmla="*/ 1827598 h 4553246"/>
              <a:gd name="connsiteX3" fmla="*/ 868972 w 2954761"/>
              <a:gd name="connsiteY3" fmla="*/ 2174038 h 4553246"/>
              <a:gd name="connsiteX4" fmla="*/ 1502761 w 2954761"/>
              <a:gd name="connsiteY4" fmla="*/ 2758135 h 4553246"/>
              <a:gd name="connsiteX5" fmla="*/ 2954466 w 2954761"/>
              <a:gd name="connsiteY5" fmla="*/ 4460522 h 4553246"/>
              <a:gd name="connsiteX6" fmla="*/ 2954761 w 2954761"/>
              <a:gd name="connsiteY6" fmla="*/ 4553246 h 4553246"/>
              <a:gd name="connsiteX7" fmla="*/ 0 w 2954761"/>
              <a:gd name="connsiteY7" fmla="*/ 4553246 h 455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4761" h="4553246">
                <a:moveTo>
                  <a:pt x="0" y="0"/>
                </a:moveTo>
                <a:lnTo>
                  <a:pt x="117233" y="82668"/>
                </a:lnTo>
                <a:cubicBezTo>
                  <a:pt x="705921" y="563578"/>
                  <a:pt x="630379" y="1460513"/>
                  <a:pt x="730843" y="1827598"/>
                </a:cubicBezTo>
                <a:cubicBezTo>
                  <a:pt x="761151" y="1950602"/>
                  <a:pt x="807625" y="2067161"/>
                  <a:pt x="868972" y="2174038"/>
                </a:cubicBezTo>
                <a:cubicBezTo>
                  <a:pt x="1016204" y="2430540"/>
                  <a:pt x="1160257" y="2594499"/>
                  <a:pt x="1502761" y="2758135"/>
                </a:cubicBezTo>
                <a:cubicBezTo>
                  <a:pt x="2178883" y="3079569"/>
                  <a:pt x="2895559" y="3693004"/>
                  <a:pt x="2954466" y="4460522"/>
                </a:cubicBezTo>
                <a:lnTo>
                  <a:pt x="2954761" y="4553246"/>
                </a:lnTo>
                <a:lnTo>
                  <a:pt x="0" y="4553246"/>
                </a:lnTo>
                <a:close/>
              </a:path>
            </a:pathLst>
          </a:custGeom>
          <a:solidFill>
            <a:schemeClr val="accent1">
              <a:lumMod val="75000"/>
            </a:schemeClr>
          </a:solidFill>
          <a:ln w="272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5044668"/>
          </a:xfrm>
          <a:prstGeom prst="rect">
            <a:avLst/>
          </a:prstGeom>
        </p:spPr>
        <p:txBody>
          <a:bodyPr vert="horz" lIns="0" tIns="45720" rIns="91440" bIns="45720" rtlCol="0" anchor="t">
            <a:noAutofit/>
          </a:bodyPr>
          <a:lstStyle>
            <a:lvl1pPr>
              <a:defRPr sz="3200" cap="all"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5911850" y="2343150"/>
            <a:ext cx="5568950" cy="4364038"/>
          </a:xfrm>
        </p:spPr>
        <p:txBody>
          <a:bodyPr>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7355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 Subtitle">
    <p:bg>
      <p:bgPr>
        <a:solidFill>
          <a:schemeClr val="accent3"/>
        </a:solidFill>
        <a:effectLst/>
      </p:bgPr>
    </p:bg>
    <p:spTree>
      <p:nvGrpSpPr>
        <p:cNvPr id="1" name=""/>
        <p:cNvGrpSpPr/>
        <p:nvPr/>
      </p:nvGrpSpPr>
      <p:grpSpPr>
        <a:xfrm>
          <a:off x="0" y="0"/>
          <a:ext cx="0" cy="0"/>
          <a:chOff x="0" y="0"/>
          <a:chExt cx="0" cy="0"/>
        </a:xfrm>
      </p:grpSpPr>
      <p:sp>
        <p:nvSpPr>
          <p:cNvPr id="6" name="Freeform: Shape 7">
            <a:extLst>
              <a:ext uri="{FF2B5EF4-FFF2-40B4-BE49-F238E27FC236}">
                <a16:creationId xmlns:a16="http://schemas.microsoft.com/office/drawing/2014/main" id="{0AE23B93-BC49-29E1-B798-915A07D7A9CA}"/>
              </a:ext>
              <a:ext uri="{C183D7F6-B498-43B3-948B-1728B52AA6E4}">
                <adec:decorative xmlns:adec="http://schemas.microsoft.com/office/drawing/2017/decorative" val="1"/>
              </a:ext>
            </a:extLst>
          </p:cNvPr>
          <p:cNvSpPr/>
          <p:nvPr/>
        </p:nvSpPr>
        <p:spPr>
          <a:xfrm>
            <a:off x="10451328" y="0"/>
            <a:ext cx="1740673" cy="2452455"/>
          </a:xfrm>
          <a:custGeom>
            <a:avLst/>
            <a:gdLst>
              <a:gd name="connsiteX0" fmla="*/ 9752 w 1740673"/>
              <a:gd name="connsiteY0" fmla="*/ 0 h 2452455"/>
              <a:gd name="connsiteX1" fmla="*/ 1740673 w 1740673"/>
              <a:gd name="connsiteY1" fmla="*/ 0 h 2452455"/>
              <a:gd name="connsiteX2" fmla="*/ 1740673 w 1740673"/>
              <a:gd name="connsiteY2" fmla="*/ 2452455 h 2452455"/>
              <a:gd name="connsiteX3" fmla="*/ 1641792 w 1740673"/>
              <a:gd name="connsiteY3" fmla="*/ 2253927 h 2452455"/>
              <a:gd name="connsiteX4" fmla="*/ 1168412 w 1740673"/>
              <a:gd name="connsiteY4" fmla="*/ 1679772 h 2452455"/>
              <a:gd name="connsiteX5" fmla="*/ 63 w 1740673"/>
              <a:gd name="connsiteY5" fmla="*/ 135821 h 245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673" h="2452455">
                <a:moveTo>
                  <a:pt x="9752" y="0"/>
                </a:moveTo>
                <a:lnTo>
                  <a:pt x="1740673" y="0"/>
                </a:lnTo>
                <a:lnTo>
                  <a:pt x="1740673" y="2452455"/>
                </a:lnTo>
                <a:lnTo>
                  <a:pt x="1641792" y="2253927"/>
                </a:lnTo>
                <a:cubicBezTo>
                  <a:pt x="1523030" y="2044952"/>
                  <a:pt x="1373754" y="1845991"/>
                  <a:pt x="1168412" y="1679772"/>
                </a:cubicBezTo>
                <a:cubicBezTo>
                  <a:pt x="742644" y="1335088"/>
                  <a:pt x="-7886" y="949509"/>
                  <a:pt x="63" y="135821"/>
                </a:cubicBezTo>
                <a:close/>
              </a:path>
            </a:pathLst>
          </a:custGeom>
          <a:solidFill>
            <a:schemeClr val="accent1"/>
          </a:solidFill>
          <a:ln w="167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7" name="Graphic 6">
            <a:extLst>
              <a:ext uri="{FF2B5EF4-FFF2-40B4-BE49-F238E27FC236}">
                <a16:creationId xmlns:a16="http://schemas.microsoft.com/office/drawing/2014/main" id="{E48F560B-EB0A-0B8F-398E-F722EDBBBD0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68715"/>
          <a:stretch>
            <a:fillRect/>
          </a:stretch>
        </p:blipFill>
        <p:spPr>
          <a:xfrm rot="10800000" flipV="1">
            <a:off x="4605276" y="0"/>
            <a:ext cx="7493958" cy="1807198"/>
          </a:xfrm>
          <a:custGeom>
            <a:avLst/>
            <a:gdLst>
              <a:gd name="connsiteX0" fmla="*/ 7493958 w 7493958"/>
              <a:gd name="connsiteY0" fmla="*/ 0 h 1807198"/>
              <a:gd name="connsiteX1" fmla="*/ 0 w 7493958"/>
              <a:gd name="connsiteY1" fmla="*/ 0 h 1807198"/>
              <a:gd name="connsiteX2" fmla="*/ 0 w 7493958"/>
              <a:gd name="connsiteY2" fmla="*/ 1807198 h 1807198"/>
              <a:gd name="connsiteX3" fmla="*/ 7493958 w 7493958"/>
              <a:gd name="connsiteY3" fmla="*/ 1807198 h 1807198"/>
            </a:gdLst>
            <a:ahLst/>
            <a:cxnLst>
              <a:cxn ang="0">
                <a:pos x="connsiteX0" y="connsiteY0"/>
              </a:cxn>
              <a:cxn ang="0">
                <a:pos x="connsiteX1" y="connsiteY1"/>
              </a:cxn>
              <a:cxn ang="0">
                <a:pos x="connsiteX2" y="connsiteY2"/>
              </a:cxn>
              <a:cxn ang="0">
                <a:pos x="connsiteX3" y="connsiteY3"/>
              </a:cxn>
            </a:cxnLst>
            <a:rect l="l" t="t" r="r" b="b"/>
            <a:pathLst>
              <a:path w="7493958" h="1807198">
                <a:moveTo>
                  <a:pt x="7493958" y="0"/>
                </a:moveTo>
                <a:lnTo>
                  <a:pt x="0" y="0"/>
                </a:lnTo>
                <a:lnTo>
                  <a:pt x="0" y="1807198"/>
                </a:lnTo>
                <a:lnTo>
                  <a:pt x="7493958" y="1807198"/>
                </a:lnTo>
                <a:close/>
              </a:path>
            </a:pathLst>
          </a:custGeom>
        </p:spPr>
      </p:pic>
      <p:sp>
        <p:nvSpPr>
          <p:cNvPr id="8" name="Freeform 24">
            <a:extLst>
              <a:ext uri="{FF2B5EF4-FFF2-40B4-BE49-F238E27FC236}">
                <a16:creationId xmlns:a16="http://schemas.microsoft.com/office/drawing/2014/main" id="{50E14D9C-F921-BC70-06C5-A5EA5B6D0A7B}"/>
              </a:ext>
              <a:ext uri="{C183D7F6-B498-43B3-948B-1728B52AA6E4}">
                <adec:decorative xmlns:adec="http://schemas.microsoft.com/office/drawing/2017/decorative" val="1"/>
              </a:ext>
            </a:extLst>
          </p:cNvPr>
          <p:cNvSpPr/>
          <p:nvPr/>
        </p:nvSpPr>
        <p:spPr>
          <a:xfrm flipV="1">
            <a:off x="580429" y="5885690"/>
            <a:ext cx="3501038" cy="972311"/>
          </a:xfrm>
          <a:custGeom>
            <a:avLst/>
            <a:gdLst>
              <a:gd name="connsiteX0" fmla="*/ 1750519 w 3501038"/>
              <a:gd name="connsiteY0" fmla="*/ 972311 h 972311"/>
              <a:gd name="connsiteX1" fmla="*/ 3463737 w 3501038"/>
              <a:gd name="connsiteY1" fmla="*/ 61401 h 972311"/>
              <a:gd name="connsiteX2" fmla="*/ 3501038 w 3501038"/>
              <a:gd name="connsiteY2" fmla="*/ 0 h 972311"/>
              <a:gd name="connsiteX3" fmla="*/ 0 w 3501038"/>
              <a:gd name="connsiteY3" fmla="*/ 0 h 972311"/>
              <a:gd name="connsiteX4" fmla="*/ 37301 w 3501038"/>
              <a:gd name="connsiteY4" fmla="*/ 61401 h 972311"/>
              <a:gd name="connsiteX5" fmla="*/ 1750519 w 3501038"/>
              <a:gd name="connsiteY5" fmla="*/ 972311 h 97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1038" h="972311">
                <a:moveTo>
                  <a:pt x="1750519" y="972311"/>
                </a:moveTo>
                <a:cubicBezTo>
                  <a:pt x="2463681" y="972311"/>
                  <a:pt x="3092449" y="610979"/>
                  <a:pt x="3463737" y="61401"/>
                </a:cubicBezTo>
                <a:lnTo>
                  <a:pt x="3501038" y="0"/>
                </a:lnTo>
                <a:lnTo>
                  <a:pt x="0" y="0"/>
                </a:lnTo>
                <a:lnTo>
                  <a:pt x="37301" y="61401"/>
                </a:lnTo>
                <a:cubicBezTo>
                  <a:pt x="408589" y="610979"/>
                  <a:pt x="1037357" y="972311"/>
                  <a:pt x="1750519" y="97231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10">
            <a:extLst>
              <a:ext uri="{FF2B5EF4-FFF2-40B4-BE49-F238E27FC236}">
                <a16:creationId xmlns:a16="http://schemas.microsoft.com/office/drawing/2014/main" id="{9052D5D9-AE58-DD9D-727D-1C56CD81B6F9}"/>
              </a:ext>
              <a:ext uri="{C183D7F6-B498-43B3-948B-1728B52AA6E4}">
                <adec:decorative xmlns:adec="http://schemas.microsoft.com/office/drawing/2017/decorative" val="1"/>
              </a:ext>
            </a:extLst>
          </p:cNvPr>
          <p:cNvSpPr/>
          <p:nvPr/>
        </p:nvSpPr>
        <p:spPr>
          <a:xfrm>
            <a:off x="8558800" y="4948819"/>
            <a:ext cx="3633200" cy="1909181"/>
          </a:xfrm>
          <a:custGeom>
            <a:avLst/>
            <a:gdLst>
              <a:gd name="connsiteX0" fmla="*/ 3633200 w 3633200"/>
              <a:gd name="connsiteY0" fmla="*/ 0 h 1909181"/>
              <a:gd name="connsiteX1" fmla="*/ 3633200 w 3633200"/>
              <a:gd name="connsiteY1" fmla="*/ 1909181 h 1909181"/>
              <a:gd name="connsiteX2" fmla="*/ 0 w 3633200"/>
              <a:gd name="connsiteY2" fmla="*/ 1909181 h 1909181"/>
              <a:gd name="connsiteX3" fmla="*/ 93750 w 3633200"/>
              <a:gd name="connsiteY3" fmla="*/ 1811399 h 1909181"/>
              <a:gd name="connsiteX4" fmla="*/ 1924918 w 3633200"/>
              <a:gd name="connsiteY4" fmla="*/ 1263638 h 1909181"/>
              <a:gd name="connsiteX5" fmla="*/ 2756912 w 3633200"/>
              <a:gd name="connsiteY5" fmla="*/ 1038610 h 1909181"/>
              <a:gd name="connsiteX6" fmla="*/ 3039524 w 3633200"/>
              <a:gd name="connsiteY6" fmla="*/ 795240 h 1909181"/>
              <a:gd name="connsiteX7" fmla="*/ 3627562 w 3633200"/>
              <a:gd name="connsiteY7" fmla="*/ 5818 h 19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3200" h="1909181">
                <a:moveTo>
                  <a:pt x="3633200" y="0"/>
                </a:moveTo>
                <a:lnTo>
                  <a:pt x="3633200" y="1909181"/>
                </a:lnTo>
                <a:lnTo>
                  <a:pt x="0" y="1909181"/>
                </a:lnTo>
                <a:lnTo>
                  <a:pt x="93750" y="1811399"/>
                </a:lnTo>
                <a:cubicBezTo>
                  <a:pt x="559335" y="1384673"/>
                  <a:pt x="1301474" y="1240755"/>
                  <a:pt x="1924918" y="1263638"/>
                </a:cubicBezTo>
                <a:cubicBezTo>
                  <a:pt x="2304271" y="1276833"/>
                  <a:pt x="2507796" y="1198020"/>
                  <a:pt x="2756912" y="1038610"/>
                </a:cubicBezTo>
                <a:cubicBezTo>
                  <a:pt x="2860710" y="972190"/>
                  <a:pt x="2955795" y="890308"/>
                  <a:pt x="3039524" y="795240"/>
                </a:cubicBezTo>
                <a:cubicBezTo>
                  <a:pt x="3187383" y="635762"/>
                  <a:pt x="3364245" y="296298"/>
                  <a:pt x="3627562" y="5818"/>
                </a:cubicBezTo>
                <a:close/>
              </a:path>
            </a:pathLst>
          </a:custGeom>
          <a:solidFill>
            <a:schemeClr val="accent5"/>
          </a:solidFill>
          <a:ln w="316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11">
            <a:extLst>
              <a:ext uri="{FF2B5EF4-FFF2-40B4-BE49-F238E27FC236}">
                <a16:creationId xmlns:a16="http://schemas.microsoft.com/office/drawing/2014/main" id="{4AA1832A-296F-F6EB-4898-71502D9A3878}"/>
              </a:ext>
              <a:ext uri="{C183D7F6-B498-43B3-948B-1728B52AA6E4}">
                <adec:decorative xmlns:adec="http://schemas.microsoft.com/office/drawing/2017/decorative" val="1"/>
              </a:ext>
            </a:extLst>
          </p:cNvPr>
          <p:cNvSpPr/>
          <p:nvPr/>
        </p:nvSpPr>
        <p:spPr>
          <a:xfrm>
            <a:off x="0" y="0"/>
            <a:ext cx="1991252" cy="4572104"/>
          </a:xfrm>
          <a:custGeom>
            <a:avLst/>
            <a:gdLst>
              <a:gd name="connsiteX0" fmla="*/ 0 w 1991252"/>
              <a:gd name="connsiteY0" fmla="*/ 2138799 h 4572104"/>
              <a:gd name="connsiteX1" fmla="*/ 6705 w 1991252"/>
              <a:gd name="connsiteY1" fmla="*/ 2143576 h 4572104"/>
              <a:gd name="connsiteX2" fmla="*/ 516530 w 1991252"/>
              <a:gd name="connsiteY2" fmla="*/ 2534582 h 4572104"/>
              <a:gd name="connsiteX3" fmla="*/ 685548 w 1991252"/>
              <a:gd name="connsiteY3" fmla="*/ 3451134 h 4572104"/>
              <a:gd name="connsiteX4" fmla="*/ 60148 w 1991252"/>
              <a:gd name="connsiteY4" fmla="*/ 4521457 h 4572104"/>
              <a:gd name="connsiteX5" fmla="*/ 0 w 1991252"/>
              <a:gd name="connsiteY5" fmla="*/ 4572104 h 4572104"/>
              <a:gd name="connsiteX6" fmla="*/ 0 w 1991252"/>
              <a:gd name="connsiteY6" fmla="*/ 0 h 4572104"/>
              <a:gd name="connsiteX7" fmla="*/ 1991252 w 1991252"/>
              <a:gd name="connsiteY7" fmla="*/ 0 h 4572104"/>
              <a:gd name="connsiteX8" fmla="*/ 1947397 w 1991252"/>
              <a:gd name="connsiteY8" fmla="*/ 93155 h 4572104"/>
              <a:gd name="connsiteX9" fmla="*/ 1818489 w 1991252"/>
              <a:gd name="connsiteY9" fmla="*/ 279679 h 4572104"/>
              <a:gd name="connsiteX10" fmla="*/ 763951 w 1991252"/>
              <a:gd name="connsiteY10" fmla="*/ 856979 h 4572104"/>
              <a:gd name="connsiteX11" fmla="*/ 44441 w 1991252"/>
              <a:gd name="connsiteY11" fmla="*/ 1105345 h 4572104"/>
              <a:gd name="connsiteX12" fmla="*/ 0 w 1991252"/>
              <a:gd name="connsiteY12" fmla="*/ 1133371 h 457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1252" h="4572104">
                <a:moveTo>
                  <a:pt x="0" y="2138799"/>
                </a:moveTo>
                <a:lnTo>
                  <a:pt x="6705" y="2143576"/>
                </a:lnTo>
                <a:cubicBezTo>
                  <a:pt x="195773" y="2267705"/>
                  <a:pt x="406581" y="2377529"/>
                  <a:pt x="516530" y="2534582"/>
                </a:cubicBezTo>
                <a:cubicBezTo>
                  <a:pt x="696394" y="2804803"/>
                  <a:pt x="754748" y="3134725"/>
                  <a:pt x="685548" y="3451134"/>
                </a:cubicBezTo>
                <a:cubicBezTo>
                  <a:pt x="607573" y="3849685"/>
                  <a:pt x="375193" y="4238508"/>
                  <a:pt x="60148" y="4521457"/>
                </a:cubicBezTo>
                <a:lnTo>
                  <a:pt x="0" y="4572104"/>
                </a:lnTo>
                <a:close/>
                <a:moveTo>
                  <a:pt x="0" y="0"/>
                </a:moveTo>
                <a:lnTo>
                  <a:pt x="1991252" y="0"/>
                </a:lnTo>
                <a:lnTo>
                  <a:pt x="1947397" y="93155"/>
                </a:lnTo>
                <a:cubicBezTo>
                  <a:pt x="1909773" y="158891"/>
                  <a:pt x="1866874" y="221286"/>
                  <a:pt x="1818489" y="279679"/>
                </a:cubicBezTo>
                <a:cubicBezTo>
                  <a:pt x="1586623" y="558208"/>
                  <a:pt x="1093740" y="786286"/>
                  <a:pt x="763951" y="856979"/>
                </a:cubicBezTo>
                <a:cubicBezTo>
                  <a:pt x="588836" y="892826"/>
                  <a:pt x="291439" y="973000"/>
                  <a:pt x="44441" y="1105345"/>
                </a:cubicBezTo>
                <a:lnTo>
                  <a:pt x="0" y="1133371"/>
                </a:lnTo>
                <a:close/>
              </a:path>
            </a:pathLst>
          </a:custGeom>
          <a:solidFill>
            <a:schemeClr val="accent3">
              <a:lumMod val="20000"/>
              <a:lumOff val="80000"/>
            </a:schemeClr>
          </a:solidFill>
          <a:ln w="2883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Block Arc 10">
            <a:extLst>
              <a:ext uri="{FF2B5EF4-FFF2-40B4-BE49-F238E27FC236}">
                <a16:creationId xmlns:a16="http://schemas.microsoft.com/office/drawing/2014/main" id="{BEF5AD5C-8D5B-14F6-F688-592B022821E7}"/>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3343CA5-4CA0-41D9-7ED0-D8D9D96A1D36}"/>
              </a:ext>
            </a:extLst>
          </p:cNvPr>
          <p:cNvSpPr>
            <a:spLocks noGrp="1"/>
          </p:cNvSpPr>
          <p:nvPr>
            <p:ph type="title" hasCustomPrompt="1"/>
          </p:nvPr>
        </p:nvSpPr>
        <p:spPr>
          <a:xfrm>
            <a:off x="915924" y="914400"/>
            <a:ext cx="10360152" cy="3657600"/>
          </a:xfrm>
        </p:spPr>
        <p:txBody>
          <a:bodyPr anchor="b">
            <a:noAutofit/>
          </a:bodyPr>
          <a:lstStyle>
            <a:lvl1pPr algn="ctr">
              <a:lnSpc>
                <a:spcPct val="75000"/>
              </a:lnSpc>
              <a:defRPr sz="5400" cap="all" spc="600" baseline="0"/>
            </a:lvl1pPr>
          </a:lstStyle>
          <a:p>
            <a:r>
              <a:rPr lang="en-US" dirty="0"/>
              <a:t>Click to add title</a:t>
            </a:r>
          </a:p>
        </p:txBody>
      </p:sp>
      <p:sp>
        <p:nvSpPr>
          <p:cNvPr id="15" name="Content Placeholder 14">
            <a:extLst>
              <a:ext uri="{FF2B5EF4-FFF2-40B4-BE49-F238E27FC236}">
                <a16:creationId xmlns:a16="http://schemas.microsoft.com/office/drawing/2014/main" id="{FFB058F7-2BE2-A189-1B03-F472C5510883}"/>
              </a:ext>
            </a:extLst>
          </p:cNvPr>
          <p:cNvSpPr>
            <a:spLocks noGrp="1"/>
          </p:cNvSpPr>
          <p:nvPr>
            <p:ph sz="quarter" idx="10" hasCustomPrompt="1"/>
          </p:nvPr>
        </p:nvSpPr>
        <p:spPr>
          <a:xfrm>
            <a:off x="1630363" y="5006113"/>
            <a:ext cx="8931275" cy="17208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6382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1">
    <p:bg>
      <p:bgPr>
        <a:solidFill>
          <a:schemeClr val="tx1"/>
        </a:solidFill>
        <a:effectLst/>
      </p:bgPr>
    </p:bg>
    <p:spTree>
      <p:nvGrpSpPr>
        <p:cNvPr id="1" name=""/>
        <p:cNvGrpSpPr/>
        <p:nvPr/>
      </p:nvGrpSpPr>
      <p:grpSpPr>
        <a:xfrm>
          <a:off x="0" y="0"/>
          <a:ext cx="0" cy="0"/>
          <a:chOff x="0" y="0"/>
          <a:chExt cx="0" cy="0"/>
        </a:xfrm>
      </p:grpSpPr>
      <p:sp>
        <p:nvSpPr>
          <p:cNvPr id="4" name="Freeform: Shape 11">
            <a:extLst>
              <a:ext uri="{FF2B5EF4-FFF2-40B4-BE49-F238E27FC236}">
                <a16:creationId xmlns:a16="http://schemas.microsoft.com/office/drawing/2014/main" id="{ACDE134D-DD43-3620-325A-4A99219D8834}"/>
              </a:ext>
              <a:ext uri="{C183D7F6-B498-43B3-948B-1728B52AA6E4}">
                <adec:decorative xmlns:adec="http://schemas.microsoft.com/office/drawing/2017/decorative" val="1"/>
              </a:ext>
            </a:extLst>
          </p:cNvPr>
          <p:cNvSpPr/>
          <p:nvPr/>
        </p:nvSpPr>
        <p:spPr>
          <a:xfrm>
            <a:off x="0" y="4413576"/>
            <a:ext cx="2600243" cy="2444424"/>
          </a:xfrm>
          <a:custGeom>
            <a:avLst/>
            <a:gdLst>
              <a:gd name="connsiteX0" fmla="*/ 458924 w 2600243"/>
              <a:gd name="connsiteY0" fmla="*/ 637 h 2444424"/>
              <a:gd name="connsiteX1" fmla="*/ 562733 w 2600243"/>
              <a:gd name="connsiteY1" fmla="*/ 8107 h 2444424"/>
              <a:gd name="connsiteX2" fmla="*/ 1359862 w 2600243"/>
              <a:gd name="connsiteY2" fmla="*/ 869200 h 2444424"/>
              <a:gd name="connsiteX3" fmla="*/ 1443944 w 2600243"/>
              <a:gd name="connsiteY3" fmla="*/ 1395455 h 2444424"/>
              <a:gd name="connsiteX4" fmla="*/ 1892284 w 2600243"/>
              <a:gd name="connsiteY4" fmla="*/ 1603510 h 2444424"/>
              <a:gd name="connsiteX5" fmla="*/ 2589282 w 2600243"/>
              <a:gd name="connsiteY5" fmla="*/ 2338245 h 2444424"/>
              <a:gd name="connsiteX6" fmla="*/ 2600243 w 2600243"/>
              <a:gd name="connsiteY6" fmla="*/ 2444424 h 2444424"/>
              <a:gd name="connsiteX7" fmla="*/ 0 w 2600243"/>
              <a:gd name="connsiteY7" fmla="*/ 2444424 h 2444424"/>
              <a:gd name="connsiteX8" fmla="*/ 0 w 2600243"/>
              <a:gd name="connsiteY8" fmla="*/ 70818 h 2444424"/>
              <a:gd name="connsiteX9" fmla="*/ 49869 w 2600243"/>
              <a:gd name="connsiteY9" fmla="*/ 53717 h 2444424"/>
              <a:gd name="connsiteX10" fmla="*/ 458924 w 2600243"/>
              <a:gd name="connsiteY10" fmla="*/ 637 h 244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0243" h="2444424">
                <a:moveTo>
                  <a:pt x="458924" y="637"/>
                </a:moveTo>
                <a:cubicBezTo>
                  <a:pt x="493548" y="1725"/>
                  <a:pt x="528182" y="4210"/>
                  <a:pt x="562733" y="8107"/>
                </a:cubicBezTo>
                <a:cubicBezTo>
                  <a:pt x="1012449" y="72734"/>
                  <a:pt x="1311790" y="431204"/>
                  <a:pt x="1359862" y="869200"/>
                </a:cubicBezTo>
                <a:cubicBezTo>
                  <a:pt x="1377560" y="1029024"/>
                  <a:pt x="1339048" y="1256941"/>
                  <a:pt x="1443944" y="1395455"/>
                </a:cubicBezTo>
                <a:cubicBezTo>
                  <a:pt x="1541160" y="1521546"/>
                  <a:pt x="1747337" y="1549218"/>
                  <a:pt x="1892284" y="1603510"/>
                </a:cubicBezTo>
                <a:cubicBezTo>
                  <a:pt x="2201784" y="1722676"/>
                  <a:pt x="2528982" y="2001668"/>
                  <a:pt x="2589282" y="2338245"/>
                </a:cubicBezTo>
                <a:lnTo>
                  <a:pt x="2600243" y="2444424"/>
                </a:lnTo>
                <a:lnTo>
                  <a:pt x="0" y="2444424"/>
                </a:lnTo>
                <a:lnTo>
                  <a:pt x="0" y="70818"/>
                </a:lnTo>
                <a:lnTo>
                  <a:pt x="49869" y="53717"/>
                </a:lnTo>
                <a:cubicBezTo>
                  <a:pt x="182087" y="14283"/>
                  <a:pt x="320427" y="-3717"/>
                  <a:pt x="458924" y="637"/>
                </a:cubicBezTo>
                <a:close/>
              </a:path>
            </a:pathLst>
          </a:custGeom>
          <a:solidFill>
            <a:schemeClr val="accent6"/>
          </a:solidFill>
          <a:ln w="12762"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cap="all"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2652607" y="2343150"/>
            <a:ext cx="8828193" cy="4359402"/>
          </a:xfrm>
        </p:spPr>
        <p:txBody>
          <a:bodyPr>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1512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 + Title + Content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Freeform 19">
            <a:extLst>
              <a:ext uri="{FF2B5EF4-FFF2-40B4-BE49-F238E27FC236}">
                <a16:creationId xmlns:a16="http://schemas.microsoft.com/office/drawing/2014/main" id="{30948FD6-EB3A-E209-9FB2-BA50C6FFA815}"/>
              </a:ext>
              <a:ext uri="{C183D7F6-B498-43B3-948B-1728B52AA6E4}">
                <adec:decorative xmlns:adec="http://schemas.microsoft.com/office/drawing/2017/decorative" val="1"/>
              </a:ext>
            </a:extLst>
          </p:cNvPr>
          <p:cNvSpPr/>
          <p:nvPr/>
        </p:nvSpPr>
        <p:spPr>
          <a:xfrm>
            <a:off x="0" y="1"/>
            <a:ext cx="3385345" cy="492455"/>
          </a:xfrm>
          <a:custGeom>
            <a:avLst/>
            <a:gdLst>
              <a:gd name="connsiteX0" fmla="*/ 0 w 3385345"/>
              <a:gd name="connsiteY0" fmla="*/ 0 h 492455"/>
              <a:gd name="connsiteX1" fmla="*/ 3385345 w 3385345"/>
              <a:gd name="connsiteY1" fmla="*/ 0 h 492455"/>
              <a:gd name="connsiteX2" fmla="*/ 3348503 w 3385345"/>
              <a:gd name="connsiteY2" fmla="*/ 44581 h 492455"/>
              <a:gd name="connsiteX3" fmla="*/ 967215 w 3385345"/>
              <a:gd name="connsiteY3" fmla="*/ 241508 h 492455"/>
              <a:gd name="connsiteX4" fmla="*/ 108843 w 3385345"/>
              <a:gd name="connsiteY4" fmla="*/ 163732 h 492455"/>
              <a:gd name="connsiteX5" fmla="*/ 0 w 3385345"/>
              <a:gd name="connsiteY5" fmla="*/ 195744 h 49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5345" h="492455">
                <a:moveTo>
                  <a:pt x="0" y="0"/>
                </a:moveTo>
                <a:lnTo>
                  <a:pt x="3385345" y="0"/>
                </a:lnTo>
                <a:lnTo>
                  <a:pt x="3348503" y="44581"/>
                </a:lnTo>
                <a:cubicBezTo>
                  <a:pt x="2752694" y="665259"/>
                  <a:pt x="1716966" y="550750"/>
                  <a:pt x="967215" y="241508"/>
                </a:cubicBezTo>
                <a:cubicBezTo>
                  <a:pt x="616031" y="97448"/>
                  <a:pt x="397804" y="100710"/>
                  <a:pt x="108843" y="163732"/>
                </a:cubicBezTo>
                <a:lnTo>
                  <a:pt x="0" y="195744"/>
                </a:lnTo>
                <a:close/>
              </a:path>
            </a:pathLst>
          </a:custGeom>
          <a:solidFill>
            <a:schemeClr val="accent6"/>
          </a:solidFill>
          <a:ln w="3482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0" name="Freeform: Shape 4">
            <a:extLst>
              <a:ext uri="{FF2B5EF4-FFF2-40B4-BE49-F238E27FC236}">
                <a16:creationId xmlns:a16="http://schemas.microsoft.com/office/drawing/2014/main" id="{1FF07184-0225-A61B-4E28-216D83D9F46A}"/>
              </a:ext>
              <a:ext uri="{C183D7F6-B498-43B3-948B-1728B52AA6E4}">
                <adec:decorative xmlns:adec="http://schemas.microsoft.com/office/drawing/2017/decorative" val="1"/>
              </a:ext>
            </a:extLst>
          </p:cNvPr>
          <p:cNvSpPr/>
          <p:nvPr/>
        </p:nvSpPr>
        <p:spPr>
          <a:xfrm>
            <a:off x="1" y="5404026"/>
            <a:ext cx="1948461" cy="1453974"/>
          </a:xfrm>
          <a:custGeom>
            <a:avLst/>
            <a:gdLst>
              <a:gd name="connsiteX0" fmla="*/ 0 w 1948461"/>
              <a:gd name="connsiteY0" fmla="*/ 0 h 1453974"/>
              <a:gd name="connsiteX1" fmla="*/ 32434 w 1948461"/>
              <a:gd name="connsiteY1" fmla="*/ 41394 h 1453974"/>
              <a:gd name="connsiteX2" fmla="*/ 611626 w 1948461"/>
              <a:gd name="connsiteY2" fmla="*/ 508597 h 1453974"/>
              <a:gd name="connsiteX3" fmla="*/ 1902163 w 1948461"/>
              <a:gd name="connsiteY3" fmla="*/ 1370646 h 1453974"/>
              <a:gd name="connsiteX4" fmla="*/ 1948461 w 1948461"/>
              <a:gd name="connsiteY4" fmla="*/ 1453974 h 1453974"/>
              <a:gd name="connsiteX5" fmla="*/ 0 w 1948461"/>
              <a:gd name="connsiteY5" fmla="*/ 1453974 h 145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8461" h="1453974">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5"/>
          </a:solidFill>
          <a:ln w="150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8" name="Freeform 20">
            <a:extLst>
              <a:ext uri="{FF2B5EF4-FFF2-40B4-BE49-F238E27FC236}">
                <a16:creationId xmlns:a16="http://schemas.microsoft.com/office/drawing/2014/main" id="{6AEDCC27-3D2D-8BF3-A3A5-7B4D718100A6}"/>
              </a:ext>
              <a:ext uri="{C183D7F6-B498-43B3-948B-1728B52AA6E4}">
                <adec:decorative xmlns:adec="http://schemas.microsoft.com/office/drawing/2017/decorative" val="1"/>
              </a:ext>
            </a:extLst>
          </p:cNvPr>
          <p:cNvSpPr/>
          <p:nvPr/>
        </p:nvSpPr>
        <p:spPr>
          <a:xfrm rot="10800000" flipV="1">
            <a:off x="10995246" y="0"/>
            <a:ext cx="1218019" cy="1324951"/>
          </a:xfrm>
          <a:custGeom>
            <a:avLst/>
            <a:gdLst>
              <a:gd name="connsiteX0" fmla="*/ 1218019 w 1218019"/>
              <a:gd name="connsiteY0" fmla="*/ 0 h 1324951"/>
              <a:gd name="connsiteX1" fmla="*/ 0 w 1218019"/>
              <a:gd name="connsiteY1" fmla="*/ 0 h 1324951"/>
              <a:gd name="connsiteX2" fmla="*/ 0 w 1218019"/>
              <a:gd name="connsiteY2" fmla="*/ 1324951 h 1324951"/>
              <a:gd name="connsiteX3" fmla="*/ 44025 w 1218019"/>
              <a:gd name="connsiteY3" fmla="*/ 1308837 h 1324951"/>
              <a:gd name="connsiteX4" fmla="*/ 1213001 w 1218019"/>
              <a:gd name="connsiteY4" fmla="*/ 19515 h 132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19" h="1324951">
                <a:moveTo>
                  <a:pt x="1218019" y="0"/>
                </a:moveTo>
                <a:lnTo>
                  <a:pt x="0" y="0"/>
                </a:lnTo>
                <a:lnTo>
                  <a:pt x="0" y="1324951"/>
                </a:lnTo>
                <a:lnTo>
                  <a:pt x="44025" y="1308837"/>
                </a:lnTo>
                <a:cubicBezTo>
                  <a:pt x="600182" y="1073602"/>
                  <a:pt x="1031901" y="601768"/>
                  <a:pt x="1213001" y="19515"/>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21">
            <a:extLst>
              <a:ext uri="{FF2B5EF4-FFF2-40B4-BE49-F238E27FC236}">
                <a16:creationId xmlns:a16="http://schemas.microsoft.com/office/drawing/2014/main" id="{958ACB73-92C2-C4E9-8121-A1F481E780D1}"/>
              </a:ext>
              <a:ext uri="{C183D7F6-B498-43B3-948B-1728B52AA6E4}">
                <adec:decorative xmlns:adec="http://schemas.microsoft.com/office/drawing/2017/decorative" val="1"/>
              </a:ext>
            </a:extLst>
          </p:cNvPr>
          <p:cNvSpPr/>
          <p:nvPr/>
        </p:nvSpPr>
        <p:spPr>
          <a:xfrm>
            <a:off x="9467686" y="6369613"/>
            <a:ext cx="2355305" cy="488389"/>
          </a:xfrm>
          <a:custGeom>
            <a:avLst/>
            <a:gdLst>
              <a:gd name="connsiteX0" fmla="*/ 1090338 w 2355305"/>
              <a:gd name="connsiteY0" fmla="*/ 249 h 488389"/>
              <a:gd name="connsiteX1" fmla="*/ 1849675 w 2355305"/>
              <a:gd name="connsiteY1" fmla="*/ 151843 h 488389"/>
              <a:gd name="connsiteX2" fmla="*/ 2295970 w 2355305"/>
              <a:gd name="connsiteY2" fmla="*/ 431858 h 488389"/>
              <a:gd name="connsiteX3" fmla="*/ 2355305 w 2355305"/>
              <a:gd name="connsiteY3" fmla="*/ 488389 h 488389"/>
              <a:gd name="connsiteX4" fmla="*/ 0 w 2355305"/>
              <a:gd name="connsiteY4" fmla="*/ 488389 h 488389"/>
              <a:gd name="connsiteX5" fmla="*/ 136773 w 2355305"/>
              <a:gd name="connsiteY5" fmla="*/ 341166 h 488389"/>
              <a:gd name="connsiteX6" fmla="*/ 350829 w 2355305"/>
              <a:gd name="connsiteY6" fmla="*/ 189936 h 488389"/>
              <a:gd name="connsiteX7" fmla="*/ 1090338 w 2355305"/>
              <a:gd name="connsiteY7" fmla="*/ 249 h 48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5305" h="488389">
                <a:moveTo>
                  <a:pt x="1090338" y="249"/>
                </a:moveTo>
                <a:cubicBezTo>
                  <a:pt x="1350361" y="-4090"/>
                  <a:pt x="1613690" y="48451"/>
                  <a:pt x="1849675" y="151843"/>
                </a:cubicBezTo>
                <a:cubicBezTo>
                  <a:pt x="2012239" y="223978"/>
                  <a:pt x="2163046" y="317800"/>
                  <a:pt x="2295970" y="431858"/>
                </a:cubicBezTo>
                <a:lnTo>
                  <a:pt x="2355305" y="488389"/>
                </a:lnTo>
                <a:lnTo>
                  <a:pt x="0" y="488389"/>
                </a:lnTo>
                <a:lnTo>
                  <a:pt x="136773" y="341166"/>
                </a:lnTo>
                <a:cubicBezTo>
                  <a:pt x="197432" y="287686"/>
                  <a:pt x="267562" y="237210"/>
                  <a:pt x="350829" y="189936"/>
                </a:cubicBezTo>
                <a:cubicBezTo>
                  <a:pt x="573595" y="65807"/>
                  <a:pt x="830314" y="4588"/>
                  <a:pt x="1090338" y="249"/>
                </a:cubicBezTo>
                <a:close/>
              </a:path>
            </a:pathLst>
          </a:custGeom>
          <a:solidFill>
            <a:schemeClr val="accent2"/>
          </a:solidFill>
          <a:ln w="29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p:nvPr>
        </p:nvSpPr>
        <p:spPr>
          <a:xfrm>
            <a:off x="5435600" y="914400"/>
            <a:ext cx="5843016" cy="3822192"/>
          </a:xfrm>
          <a:prstGeom prst="rect">
            <a:avLst/>
          </a:prstGeom>
        </p:spPr>
        <p:txBody>
          <a:bodyPr vert="horz" lIns="0" tIns="45720" rIns="0" bIns="45720" rtlCol="0" anchor="b">
            <a:noAutofit/>
          </a:bodyPr>
          <a:lstStyle>
            <a:lvl1pPr>
              <a:lnSpc>
                <a:spcPct val="75000"/>
              </a:lnSpc>
              <a:defRPr sz="5400" cap="all" spc="0" baseline="0"/>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268F3615-70B1-95E3-FD7B-A65D25151BAB}"/>
              </a:ext>
            </a:extLst>
          </p:cNvPr>
          <p:cNvSpPr>
            <a:spLocks noGrp="1"/>
          </p:cNvSpPr>
          <p:nvPr>
            <p:ph type="pic" sz="quarter" idx="11"/>
          </p:nvPr>
        </p:nvSpPr>
        <p:spPr>
          <a:xfrm>
            <a:off x="0" y="0"/>
            <a:ext cx="4943475" cy="6858000"/>
          </a:xfrm>
          <a:custGeom>
            <a:avLst/>
            <a:gdLst>
              <a:gd name="connsiteX0" fmla="*/ 0 w 4943475"/>
              <a:gd name="connsiteY0" fmla="*/ 0 h 6858000"/>
              <a:gd name="connsiteX1" fmla="*/ 4943475 w 4943475"/>
              <a:gd name="connsiteY1" fmla="*/ 0 h 6858000"/>
              <a:gd name="connsiteX2" fmla="*/ 4943475 w 4943475"/>
              <a:gd name="connsiteY2" fmla="*/ 6858000 h 6858000"/>
              <a:gd name="connsiteX3" fmla="*/ 1948462 w 4943475"/>
              <a:gd name="connsiteY3" fmla="*/ 6858000 h 6858000"/>
              <a:gd name="connsiteX4" fmla="*/ 1902164 w 4943475"/>
              <a:gd name="connsiteY4" fmla="*/ 6774672 h 6858000"/>
              <a:gd name="connsiteX5" fmla="*/ 611627 w 4943475"/>
              <a:gd name="connsiteY5" fmla="*/ 5912623 h 6858000"/>
              <a:gd name="connsiteX6" fmla="*/ 32435 w 4943475"/>
              <a:gd name="connsiteY6" fmla="*/ 5445420 h 6858000"/>
              <a:gd name="connsiteX7" fmla="*/ 1 w 4943475"/>
              <a:gd name="connsiteY7" fmla="*/ 5404026 h 6858000"/>
              <a:gd name="connsiteX8" fmla="*/ 1 w 4943475"/>
              <a:gd name="connsiteY8" fmla="*/ 6858000 h 6858000"/>
              <a:gd name="connsiteX9" fmla="*/ 0 w 4943475"/>
              <a:gd name="connsiteY9" fmla="*/ 6858000 h 6858000"/>
              <a:gd name="connsiteX10" fmla="*/ 0 w 4943475"/>
              <a:gd name="connsiteY10" fmla="*/ 195745 h 6858000"/>
              <a:gd name="connsiteX11" fmla="*/ 108843 w 4943475"/>
              <a:gd name="connsiteY11" fmla="*/ 163733 h 6858000"/>
              <a:gd name="connsiteX12" fmla="*/ 967215 w 4943475"/>
              <a:gd name="connsiteY12" fmla="*/ 241509 h 6858000"/>
              <a:gd name="connsiteX13" fmla="*/ 3348503 w 4943475"/>
              <a:gd name="connsiteY13" fmla="*/ 44582 h 6858000"/>
              <a:gd name="connsiteX14" fmla="*/ 3385345 w 4943475"/>
              <a:gd name="connsiteY14" fmla="*/ 1 h 6858000"/>
              <a:gd name="connsiteX15" fmla="*/ 0 w 4943475"/>
              <a:gd name="connsiteY1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43475" h="6858000">
                <a:moveTo>
                  <a:pt x="0" y="0"/>
                </a:moveTo>
                <a:lnTo>
                  <a:pt x="4943475" y="0"/>
                </a:lnTo>
                <a:lnTo>
                  <a:pt x="4943475" y="6858000"/>
                </a:lnTo>
                <a:lnTo>
                  <a:pt x="1948462" y="6858000"/>
                </a:lnTo>
                <a:lnTo>
                  <a:pt x="1902164" y="6774672"/>
                </a:lnTo>
                <a:cubicBezTo>
                  <a:pt x="1598726" y="6299650"/>
                  <a:pt x="1000744" y="6114221"/>
                  <a:pt x="611627" y="5912623"/>
                </a:cubicBezTo>
                <a:cubicBezTo>
                  <a:pt x="377049" y="5791105"/>
                  <a:pt x="190804" y="5626236"/>
                  <a:pt x="32435" y="5445420"/>
                </a:cubicBezTo>
                <a:lnTo>
                  <a:pt x="1" y="5404026"/>
                </a:lnTo>
                <a:lnTo>
                  <a:pt x="1" y="6858000"/>
                </a:lnTo>
                <a:lnTo>
                  <a:pt x="0" y="6858000"/>
                </a:lnTo>
                <a:lnTo>
                  <a:pt x="0" y="195745"/>
                </a:lnTo>
                <a:lnTo>
                  <a:pt x="108843" y="163733"/>
                </a:lnTo>
                <a:cubicBezTo>
                  <a:pt x="397804" y="100711"/>
                  <a:pt x="616031" y="97449"/>
                  <a:pt x="967215" y="241509"/>
                </a:cubicBezTo>
                <a:cubicBezTo>
                  <a:pt x="1716966" y="550751"/>
                  <a:pt x="2752694" y="665260"/>
                  <a:pt x="3348503" y="44582"/>
                </a:cubicBezTo>
                <a:lnTo>
                  <a:pt x="3385345" y="1"/>
                </a:lnTo>
                <a:lnTo>
                  <a:pt x="0" y="1"/>
                </a:lnTo>
                <a:close/>
              </a:path>
            </a:pathLst>
          </a:custGeom>
        </p:spPr>
        <p:txBody>
          <a:bodyPr wrap="square" tIns="548640">
            <a:noAutofit/>
          </a:bodyPr>
          <a:lstStyle>
            <a:lvl1pPr marL="0" indent="0" algn="ctr">
              <a:buNone/>
              <a:defRPr/>
            </a:lvl1pPr>
          </a:lstStyle>
          <a:p>
            <a:r>
              <a:rPr lang="en-US"/>
              <a:t>Click icon to add picture</a:t>
            </a:r>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5435600" y="4956902"/>
            <a:ext cx="5718896" cy="1745649"/>
          </a:xfrm>
        </p:spPr>
        <p:txBody>
          <a:bodyPr>
            <a:normAutofit/>
          </a:bodyPr>
          <a:lstStyle>
            <a:lvl1pPr marL="0" indent="0">
              <a:lnSpc>
                <a:spcPct val="100000"/>
              </a:lnSpc>
              <a:spcBef>
                <a:spcPts val="600"/>
              </a:spcBef>
              <a:spcAft>
                <a:spcPts val="1200"/>
              </a:spcAft>
              <a:buNone/>
              <a:defRPr sz="2400"/>
            </a:lvl1pPr>
            <a:lvl2pPr marL="457200" indent="0">
              <a:lnSpc>
                <a:spcPct val="100000"/>
              </a:lnSpc>
              <a:spcBef>
                <a:spcPts val="600"/>
              </a:spcBef>
              <a:spcAft>
                <a:spcPts val="1200"/>
              </a:spcAft>
              <a:buNone/>
              <a:defRPr sz="2000"/>
            </a:lvl2pPr>
            <a:lvl3pPr marL="914400" indent="0">
              <a:lnSpc>
                <a:spcPct val="100000"/>
              </a:lnSpc>
              <a:spcBef>
                <a:spcPts val="600"/>
              </a:spcBef>
              <a:spcAft>
                <a:spcPts val="1200"/>
              </a:spcAft>
              <a:buNone/>
              <a:defRPr sz="1800"/>
            </a:lvl3pPr>
            <a:lvl4pPr marL="1371600" indent="0">
              <a:lnSpc>
                <a:spcPct val="100000"/>
              </a:lnSpc>
              <a:spcBef>
                <a:spcPts val="600"/>
              </a:spcBef>
              <a:spcAft>
                <a:spcPts val="1200"/>
              </a:spcAft>
              <a:buNone/>
              <a:defRPr sz="1600"/>
            </a:lvl4pPr>
            <a:lvl5pPr marL="1828800" indent="0">
              <a:lnSpc>
                <a:spcPct val="100000"/>
              </a:lnSpc>
              <a:spcBef>
                <a:spcPts val="600"/>
              </a:spcBef>
              <a:spcAft>
                <a:spcPts val="1200"/>
              </a:spcAft>
              <a:buNone/>
              <a:defRPr sz="1600"/>
            </a:lvl5pPr>
          </a:lstStyle>
          <a:p>
            <a:pPr lvl="0"/>
            <a:r>
              <a:rPr lang="en-US" dirty="0"/>
              <a:t>Click to add content</a:t>
            </a:r>
          </a:p>
          <a:p>
            <a:pPr lvl="1"/>
            <a:r>
              <a:rPr lang="en-US" dirty="0"/>
              <a:t>Second level</a:t>
            </a:r>
          </a:p>
          <a:p>
            <a:pPr lvl="2"/>
            <a:r>
              <a:rPr lang="en-US" dirty="0"/>
              <a:t>Third level</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Tree>
    <p:extLst>
      <p:ext uri="{BB962C8B-B14F-4D97-AF65-F5344CB8AC3E}">
        <p14:creationId xmlns:p14="http://schemas.microsoft.com/office/powerpoint/2010/main" val="2493339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s 1">
    <p:bg>
      <p:bgPr>
        <a:solidFill>
          <a:schemeClr val="tx1"/>
        </a:solidFill>
        <a:effectLst/>
      </p:bgPr>
    </p:bg>
    <p:spTree>
      <p:nvGrpSpPr>
        <p:cNvPr id="1" name=""/>
        <p:cNvGrpSpPr/>
        <p:nvPr/>
      </p:nvGrpSpPr>
      <p:grpSpPr>
        <a:xfrm>
          <a:off x="0" y="0"/>
          <a:ext cx="0" cy="0"/>
          <a:chOff x="0" y="0"/>
          <a:chExt cx="0" cy="0"/>
        </a:xfrm>
      </p:grpSpPr>
      <p:sp>
        <p:nvSpPr>
          <p:cNvPr id="10" name="Freeform 7">
            <a:extLst>
              <a:ext uri="{FF2B5EF4-FFF2-40B4-BE49-F238E27FC236}">
                <a16:creationId xmlns:a16="http://schemas.microsoft.com/office/drawing/2014/main" id="{653D8540-5794-860E-E6C6-CB80F4051CE6}"/>
              </a:ext>
              <a:ext uri="{C183D7F6-B498-43B3-948B-1728B52AA6E4}">
                <adec:decorative xmlns:adec="http://schemas.microsoft.com/office/drawing/2017/decorative" val="1"/>
              </a:ext>
            </a:extLst>
          </p:cNvPr>
          <p:cNvSpPr/>
          <p:nvPr/>
        </p:nvSpPr>
        <p:spPr>
          <a:xfrm rot="5400000" flipH="1">
            <a:off x="1387803" y="4555795"/>
            <a:ext cx="914401" cy="3690008"/>
          </a:xfrm>
          <a:custGeom>
            <a:avLst/>
            <a:gdLst>
              <a:gd name="connsiteX0" fmla="*/ 914393 w 914401"/>
              <a:gd name="connsiteY0" fmla="*/ 1625548 h 3690008"/>
              <a:gd name="connsiteX1" fmla="*/ 200040 w 914401"/>
              <a:gd name="connsiteY1" fmla="*/ 164703 h 3690008"/>
              <a:gd name="connsiteX2" fmla="*/ 0 w 914401"/>
              <a:gd name="connsiteY2" fmla="*/ 0 h 3690008"/>
              <a:gd name="connsiteX3" fmla="*/ 0 w 914401"/>
              <a:gd name="connsiteY3" fmla="*/ 3690008 h 3690008"/>
              <a:gd name="connsiteX4" fmla="*/ 684950 w 914401"/>
              <a:gd name="connsiteY4" fmla="*/ 3690008 h 3690008"/>
              <a:gd name="connsiteX5" fmla="*/ 683046 w 914401"/>
              <a:gd name="connsiteY5" fmla="*/ 3683775 h 3690008"/>
              <a:gd name="connsiteX6" fmla="*/ 608736 w 914401"/>
              <a:gd name="connsiteY6" fmla="*/ 3519687 h 3690008"/>
              <a:gd name="connsiteX7" fmla="*/ 353078 w 914401"/>
              <a:gd name="connsiteY7" fmla="*/ 2837178 h 3690008"/>
              <a:gd name="connsiteX8" fmla="*/ 914393 w 914401"/>
              <a:gd name="connsiteY8" fmla="*/ 1625548 h 369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1" h="3690008">
                <a:moveTo>
                  <a:pt x="914393" y="1625548"/>
                </a:moveTo>
                <a:cubicBezTo>
                  <a:pt x="911641" y="1092628"/>
                  <a:pt x="614720" y="555054"/>
                  <a:pt x="200040" y="164703"/>
                </a:cubicBezTo>
                <a:lnTo>
                  <a:pt x="0" y="0"/>
                </a:lnTo>
                <a:lnTo>
                  <a:pt x="0" y="3690008"/>
                </a:lnTo>
                <a:lnTo>
                  <a:pt x="684950" y="3690008"/>
                </a:lnTo>
                <a:lnTo>
                  <a:pt x="683046" y="3683775"/>
                </a:lnTo>
                <a:cubicBezTo>
                  <a:pt x="661881" y="3627679"/>
                  <a:pt x="637060" y="3572811"/>
                  <a:pt x="608736" y="3519687"/>
                </a:cubicBezTo>
                <a:cubicBezTo>
                  <a:pt x="471578" y="3263358"/>
                  <a:pt x="246982" y="3154469"/>
                  <a:pt x="353078" y="2837178"/>
                </a:cubicBezTo>
                <a:cubicBezTo>
                  <a:pt x="503567" y="2394592"/>
                  <a:pt x="916615" y="2140445"/>
                  <a:pt x="914393" y="1625548"/>
                </a:cubicBezTo>
                <a:close/>
              </a:path>
            </a:pathLst>
          </a:custGeom>
          <a:solidFill>
            <a:schemeClr val="accent3"/>
          </a:solidFill>
          <a:ln w="203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4"/>
            <a:ext cx="4987598" cy="1794590"/>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96488" y="2377875"/>
            <a:ext cx="3536078" cy="3565723"/>
          </a:xfrm>
        </p:spPr>
        <p:txBody>
          <a:bodyPr lIns="0" tIns="0">
            <a:normAutofit/>
          </a:bodyPr>
          <a:lstStyle>
            <a:lvl1pPr>
              <a:lnSpc>
                <a:spcPct val="90000"/>
              </a:lnSpc>
              <a:spcBef>
                <a:spcPts val="1000"/>
              </a:spcBef>
              <a:spcAft>
                <a:spcPts val="0"/>
              </a:spcAft>
              <a:defRPr sz="2000"/>
            </a:lvl1pPr>
            <a:lvl2pPr>
              <a:lnSpc>
                <a:spcPct val="90000"/>
              </a:lnSpc>
              <a:spcBef>
                <a:spcPts val="1000"/>
              </a:spcBef>
              <a:spcAft>
                <a:spcPts val="0"/>
              </a:spcAft>
              <a:defRPr sz="1800"/>
            </a:lvl2pPr>
            <a:lvl3pPr>
              <a:lnSpc>
                <a:spcPct val="90000"/>
              </a:lnSpc>
              <a:spcBef>
                <a:spcPts val="1000"/>
              </a:spcBef>
              <a:spcAft>
                <a:spcPts val="0"/>
              </a:spcAft>
              <a:defRPr sz="1600"/>
            </a:lvl3pPr>
            <a:lvl4pPr>
              <a:lnSpc>
                <a:spcPct val="90000"/>
              </a:lnSpc>
              <a:spcBef>
                <a:spcPts val="1000"/>
              </a:spcBef>
              <a:spcAft>
                <a:spcPts val="0"/>
              </a:spcAft>
              <a:defRPr sz="1400"/>
            </a:lvl4pPr>
            <a:lvl5pPr>
              <a:lnSpc>
                <a:spcPct val="90000"/>
              </a:lnSpc>
              <a:spcBef>
                <a:spcPts val="1000"/>
              </a:spcBef>
              <a:spcAft>
                <a:spcPts val="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a:extLst>
              <a:ext uri="{FF2B5EF4-FFF2-40B4-BE49-F238E27FC236}">
                <a16:creationId xmlns:a16="http://schemas.microsoft.com/office/drawing/2014/main" id="{2265893F-4A9C-ABB2-2B83-283067F829C9}"/>
              </a:ext>
            </a:extLst>
          </p:cNvPr>
          <p:cNvSpPr>
            <a:spLocks noGrp="1"/>
          </p:cNvSpPr>
          <p:nvPr>
            <p:ph type="body" sz="quarter" idx="11" hasCustomPrompt="1"/>
          </p:nvPr>
        </p:nvSpPr>
        <p:spPr>
          <a:xfrm>
            <a:off x="4673599" y="2377875"/>
            <a:ext cx="6816725" cy="378025"/>
          </a:xfrm>
        </p:spPr>
        <p:txBody>
          <a:bodyPr>
            <a:noAutofit/>
          </a:bodyPr>
          <a:lstStyle>
            <a:lvl1pPr marL="0" indent="0">
              <a:buNone/>
              <a:defRPr sz="2000" b="1"/>
            </a:lvl1pPr>
            <a:lvl2pPr marL="457200" indent="0">
              <a:buNone/>
              <a:defRPr sz="1800" b="1"/>
            </a:lvl2pPr>
            <a:lvl3pPr marL="914400" indent="0">
              <a:buNone/>
              <a:defRPr sz="1600" b="1"/>
            </a:lvl3pPr>
            <a:lvl4pPr marL="1371600" indent="0">
              <a:buNone/>
              <a:defRPr sz="1400" b="1"/>
            </a:lvl4pPr>
            <a:lvl5pPr marL="1828800" indent="0">
              <a:buNone/>
              <a:defRPr sz="1400" b="1"/>
            </a:lvl5pPr>
          </a:lstStyle>
          <a:p>
            <a:pPr lvl="0"/>
            <a:r>
              <a:rPr lang="en-US" dirty="0"/>
              <a:t>Click to add text</a:t>
            </a:r>
          </a:p>
        </p:txBody>
      </p:sp>
      <p:sp>
        <p:nvSpPr>
          <p:cNvPr id="17" name="Content Placeholder 16">
            <a:extLst>
              <a:ext uri="{FF2B5EF4-FFF2-40B4-BE49-F238E27FC236}">
                <a16:creationId xmlns:a16="http://schemas.microsoft.com/office/drawing/2014/main" id="{7AC01F4F-AA50-6589-C5AA-A98B0D5AF7AC}"/>
              </a:ext>
            </a:extLst>
          </p:cNvPr>
          <p:cNvSpPr>
            <a:spLocks noGrp="1"/>
          </p:cNvSpPr>
          <p:nvPr>
            <p:ph sz="quarter" idx="12" hasCustomPrompt="1"/>
          </p:nvPr>
        </p:nvSpPr>
        <p:spPr>
          <a:xfrm>
            <a:off x="4673600" y="2755900"/>
            <a:ext cx="6816725" cy="3187700"/>
          </a:xfrm>
        </p:spPr>
        <p:txBody>
          <a:bodyPr anchor="ct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9010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 Content + Image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4"/>
            <a:ext cx="4987598" cy="1794590"/>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96488" y="2377875"/>
            <a:ext cx="4627866" cy="4300717"/>
          </a:xfrm>
        </p:spPr>
        <p:txBody>
          <a:bodyPr lIns="0" tIns="0">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B8B70107-5AE5-7117-0F14-6BF9DD30CBFF}"/>
              </a:ext>
            </a:extLst>
          </p:cNvPr>
          <p:cNvSpPr>
            <a:spLocks noGrp="1"/>
          </p:cNvSpPr>
          <p:nvPr>
            <p:ph type="pic" sz="quarter" idx="11"/>
          </p:nvPr>
        </p:nvSpPr>
        <p:spPr>
          <a:xfrm>
            <a:off x="5916613" y="835025"/>
            <a:ext cx="5575300" cy="6030913"/>
          </a:xfrm>
        </p:spPr>
        <p:txBody>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426414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s 2">
    <p:bg>
      <p:bgPr>
        <a:solidFill>
          <a:schemeClr val="tx1"/>
        </a:solidFill>
        <a:effectLst/>
      </p:bgPr>
    </p:bg>
    <p:spTree>
      <p:nvGrpSpPr>
        <p:cNvPr id="1" name=""/>
        <p:cNvGrpSpPr/>
        <p:nvPr/>
      </p:nvGrpSpPr>
      <p:grpSpPr>
        <a:xfrm>
          <a:off x="0" y="0"/>
          <a:ext cx="0" cy="0"/>
          <a:chOff x="0" y="0"/>
          <a:chExt cx="0" cy="0"/>
        </a:xfrm>
      </p:grpSpPr>
      <p:sp>
        <p:nvSpPr>
          <p:cNvPr id="6" name="Freeform: Shape 20">
            <a:extLst>
              <a:ext uri="{FF2B5EF4-FFF2-40B4-BE49-F238E27FC236}">
                <a16:creationId xmlns:a16="http://schemas.microsoft.com/office/drawing/2014/main" id="{F6276F98-083C-C436-D4E0-BB6B1D617837}"/>
              </a:ext>
              <a:ext uri="{C183D7F6-B498-43B3-948B-1728B52AA6E4}">
                <adec:decorative xmlns:adec="http://schemas.microsoft.com/office/drawing/2017/decorative" val="1"/>
              </a:ext>
            </a:extLst>
          </p:cNvPr>
          <p:cNvSpPr/>
          <p:nvPr/>
        </p:nvSpPr>
        <p:spPr>
          <a:xfrm>
            <a:off x="0" y="3810562"/>
            <a:ext cx="3505512" cy="3047438"/>
          </a:xfrm>
          <a:custGeom>
            <a:avLst/>
            <a:gdLst>
              <a:gd name="connsiteX0" fmla="*/ 140070 w 3505512"/>
              <a:gd name="connsiteY0" fmla="*/ 84 h 3047438"/>
              <a:gd name="connsiteX1" fmla="*/ 378078 w 3505512"/>
              <a:gd name="connsiteY1" fmla="*/ 26868 h 3047438"/>
              <a:gd name="connsiteX2" fmla="*/ 2124544 w 3505512"/>
              <a:gd name="connsiteY2" fmla="*/ 1868599 h 3047438"/>
              <a:gd name="connsiteX3" fmla="*/ 3503411 w 3505512"/>
              <a:gd name="connsiteY3" fmla="*/ 3038169 h 3047438"/>
              <a:gd name="connsiteX4" fmla="*/ 3505512 w 3505512"/>
              <a:gd name="connsiteY4" fmla="*/ 3047438 h 3047438"/>
              <a:gd name="connsiteX5" fmla="*/ 0 w 3505512"/>
              <a:gd name="connsiteY5" fmla="*/ 3047438 h 3047438"/>
              <a:gd name="connsiteX6" fmla="*/ 0 w 3505512"/>
              <a:gd name="connsiteY6" fmla="*/ 9356 h 3047438"/>
              <a:gd name="connsiteX7" fmla="*/ 32906 w 3505512"/>
              <a:gd name="connsiteY7" fmla="*/ 4358 h 3047438"/>
              <a:gd name="connsiteX8" fmla="*/ 140070 w 3505512"/>
              <a:gd name="connsiteY8" fmla="*/ 84 h 304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5512" h="3047438">
                <a:moveTo>
                  <a:pt x="140070" y="84"/>
                </a:moveTo>
                <a:cubicBezTo>
                  <a:pt x="214085" y="1007"/>
                  <a:pt x="293301" y="9629"/>
                  <a:pt x="378078" y="26868"/>
                </a:cubicBezTo>
                <a:cubicBezTo>
                  <a:pt x="1074806" y="168586"/>
                  <a:pt x="1202169" y="1352919"/>
                  <a:pt x="2124544" y="1868599"/>
                </a:cubicBezTo>
                <a:cubicBezTo>
                  <a:pt x="2570800" y="2118122"/>
                  <a:pt x="3301901" y="2354692"/>
                  <a:pt x="3503411" y="3038169"/>
                </a:cubicBezTo>
                <a:lnTo>
                  <a:pt x="3505512" y="3047438"/>
                </a:lnTo>
                <a:lnTo>
                  <a:pt x="0" y="3047438"/>
                </a:lnTo>
                <a:lnTo>
                  <a:pt x="0" y="9356"/>
                </a:lnTo>
                <a:lnTo>
                  <a:pt x="32906" y="4358"/>
                </a:lnTo>
                <a:cubicBezTo>
                  <a:pt x="67357" y="1086"/>
                  <a:pt x="103063" y="-377"/>
                  <a:pt x="140070" y="84"/>
                </a:cubicBezTo>
                <a:close/>
              </a:path>
            </a:pathLst>
          </a:custGeom>
          <a:solidFill>
            <a:schemeClr val="accent5"/>
          </a:solidFill>
          <a:ln w="222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2687333" y="2377871"/>
            <a:ext cx="4292202"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a:extLst>
              <a:ext uri="{FF2B5EF4-FFF2-40B4-BE49-F238E27FC236}">
                <a16:creationId xmlns:a16="http://schemas.microsoft.com/office/drawing/2014/main" id="{CB9E0096-D944-5245-13D4-92814D4D59C7}"/>
              </a:ext>
            </a:extLst>
          </p:cNvPr>
          <p:cNvSpPr>
            <a:spLocks noGrp="1"/>
          </p:cNvSpPr>
          <p:nvPr>
            <p:ph sz="quarter" idx="11" hasCustomPrompt="1"/>
          </p:nvPr>
        </p:nvSpPr>
        <p:spPr>
          <a:xfrm>
            <a:off x="7318385" y="2377871"/>
            <a:ext cx="4172575"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3169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Content + Table">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80323" y="2366300"/>
            <a:ext cx="3536078" cy="3588330"/>
          </a:xfrm>
        </p:spPr>
        <p:txBody>
          <a:bodyPr>
            <a:normAutofit/>
          </a:bodyPr>
          <a:lstStyle>
            <a:lvl1pPr marL="228600" indent="-228600">
              <a:lnSpc>
                <a:spcPct val="90000"/>
              </a:lnSpc>
              <a:spcBef>
                <a:spcPts val="1000"/>
              </a:spcBef>
              <a:spcAft>
                <a:spcPts val="0"/>
              </a:spcAft>
              <a:buFont typeface="Arial" panose="020B0604020202020204" pitchFamily="34" charset="0"/>
              <a:buChar char="•"/>
              <a:defRPr sz="2000"/>
            </a:lvl1pPr>
            <a:lvl2pPr marL="742950" indent="-285750">
              <a:lnSpc>
                <a:spcPct val="90000"/>
              </a:lnSpc>
              <a:spcBef>
                <a:spcPts val="1000"/>
              </a:spcBef>
              <a:spcAft>
                <a:spcPts val="0"/>
              </a:spcAft>
              <a:buFont typeface="Arial" panose="020B0604020202020204" pitchFamily="34" charset="0"/>
              <a:buChar char="•"/>
              <a:defRPr sz="1800"/>
            </a:lvl2pPr>
            <a:lvl3pPr marL="1200150" indent="-285750">
              <a:lnSpc>
                <a:spcPct val="90000"/>
              </a:lnSpc>
              <a:spcBef>
                <a:spcPts val="1000"/>
              </a:spcBef>
              <a:spcAft>
                <a:spcPts val="0"/>
              </a:spcAft>
              <a:buFont typeface="Arial" panose="020B0604020202020204" pitchFamily="34" charset="0"/>
              <a:buChar char="•"/>
              <a:defRPr sz="1600"/>
            </a:lvl3pPr>
            <a:lvl4pPr marL="1657350" indent="-285750">
              <a:lnSpc>
                <a:spcPct val="90000"/>
              </a:lnSpc>
              <a:spcBef>
                <a:spcPts val="1000"/>
              </a:spcBef>
              <a:spcAft>
                <a:spcPts val="0"/>
              </a:spcAft>
              <a:buFont typeface="Arial" panose="020B0604020202020204" pitchFamily="34" charset="0"/>
              <a:buChar char="•"/>
              <a:defRPr sz="1400"/>
            </a:lvl4pPr>
            <a:lvl5pPr marL="2114550" indent="-285750">
              <a:lnSpc>
                <a:spcPct val="90000"/>
              </a:lnSpc>
              <a:spcBef>
                <a:spcPts val="1000"/>
              </a:spcBef>
              <a:spcAft>
                <a:spcPts val="0"/>
              </a:spcAft>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able Placeholder 11">
            <a:extLst>
              <a:ext uri="{FF2B5EF4-FFF2-40B4-BE49-F238E27FC236}">
                <a16:creationId xmlns:a16="http://schemas.microsoft.com/office/drawing/2014/main" id="{23945778-2B6F-930D-51C8-417685BC4E19}"/>
              </a:ext>
            </a:extLst>
          </p:cNvPr>
          <p:cNvSpPr>
            <a:spLocks noGrp="1"/>
          </p:cNvSpPr>
          <p:nvPr>
            <p:ph type="tbl" sz="quarter" idx="11"/>
          </p:nvPr>
        </p:nvSpPr>
        <p:spPr>
          <a:xfrm>
            <a:off x="4673600" y="2366300"/>
            <a:ext cx="6816725" cy="3587750"/>
          </a:xfrm>
        </p:spPr>
        <p:txBody>
          <a:bodyPr/>
          <a:lstStyle>
            <a:lvl1pPr>
              <a:defRPr/>
            </a:lvl1pPr>
          </a:lstStyle>
          <a:p>
            <a:r>
              <a:rPr lang="en-US"/>
              <a:t>Click icon to add table</a:t>
            </a:r>
            <a:endParaRPr lang="en-US" dirty="0"/>
          </a:p>
        </p:txBody>
      </p:sp>
    </p:spTree>
    <p:extLst>
      <p:ext uri="{BB962C8B-B14F-4D97-AF65-F5344CB8AC3E}">
        <p14:creationId xmlns:p14="http://schemas.microsoft.com/office/powerpoint/2010/main" val="269973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able">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2" name="Table Placeholder 11">
            <a:extLst>
              <a:ext uri="{FF2B5EF4-FFF2-40B4-BE49-F238E27FC236}">
                <a16:creationId xmlns:a16="http://schemas.microsoft.com/office/drawing/2014/main" id="{23945778-2B6F-930D-51C8-417685BC4E19}"/>
              </a:ext>
            </a:extLst>
          </p:cNvPr>
          <p:cNvSpPr>
            <a:spLocks noGrp="1"/>
          </p:cNvSpPr>
          <p:nvPr>
            <p:ph type="tbl" sz="quarter" idx="11"/>
          </p:nvPr>
        </p:nvSpPr>
        <p:spPr>
          <a:xfrm>
            <a:off x="698376" y="2366300"/>
            <a:ext cx="10791949" cy="3587750"/>
          </a:xfrm>
        </p:spPr>
        <p:txBody>
          <a:bodyPr/>
          <a:lstStyle>
            <a:lvl1pPr>
              <a:defRPr/>
            </a:lvl1pPr>
          </a:lstStyle>
          <a:p>
            <a:r>
              <a:rPr lang="en-US"/>
              <a:t>Click icon to add table</a:t>
            </a:r>
            <a:endParaRPr lang="en-US" dirty="0"/>
          </a:p>
        </p:txBody>
      </p:sp>
    </p:spTree>
    <p:extLst>
      <p:ext uri="{BB962C8B-B14F-4D97-AF65-F5344CB8AC3E}">
        <p14:creationId xmlns:p14="http://schemas.microsoft.com/office/powerpoint/2010/main" val="246153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Freeform 20">
            <a:extLst>
              <a:ext uri="{FF2B5EF4-FFF2-40B4-BE49-F238E27FC236}">
                <a16:creationId xmlns:a16="http://schemas.microsoft.com/office/drawing/2014/main" id="{5E0168A1-8EA7-E075-A0E3-CC98D3A7A5F5}"/>
              </a:ext>
              <a:ext uri="{C183D7F6-B498-43B3-948B-1728B52AA6E4}">
                <adec:decorative xmlns:adec="http://schemas.microsoft.com/office/drawing/2017/decorative" val="1"/>
              </a:ext>
            </a:extLst>
          </p:cNvPr>
          <p:cNvSpPr/>
          <p:nvPr/>
        </p:nvSpPr>
        <p:spPr>
          <a:xfrm rot="16200000">
            <a:off x="45460" y="5586515"/>
            <a:ext cx="1218019" cy="1324951"/>
          </a:xfrm>
          <a:custGeom>
            <a:avLst/>
            <a:gdLst>
              <a:gd name="connsiteX0" fmla="*/ 1218019 w 1218019"/>
              <a:gd name="connsiteY0" fmla="*/ 0 h 1324951"/>
              <a:gd name="connsiteX1" fmla="*/ 0 w 1218019"/>
              <a:gd name="connsiteY1" fmla="*/ 0 h 1324951"/>
              <a:gd name="connsiteX2" fmla="*/ 0 w 1218019"/>
              <a:gd name="connsiteY2" fmla="*/ 1324951 h 1324951"/>
              <a:gd name="connsiteX3" fmla="*/ 44025 w 1218019"/>
              <a:gd name="connsiteY3" fmla="*/ 1308837 h 1324951"/>
              <a:gd name="connsiteX4" fmla="*/ 1213001 w 1218019"/>
              <a:gd name="connsiteY4" fmla="*/ 19515 h 132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19" h="1324951">
                <a:moveTo>
                  <a:pt x="1218019" y="0"/>
                </a:moveTo>
                <a:lnTo>
                  <a:pt x="0" y="0"/>
                </a:lnTo>
                <a:lnTo>
                  <a:pt x="0" y="1324951"/>
                </a:lnTo>
                <a:lnTo>
                  <a:pt x="44025" y="1308837"/>
                </a:lnTo>
                <a:cubicBezTo>
                  <a:pt x="600182" y="1073602"/>
                  <a:pt x="1031901" y="601768"/>
                  <a:pt x="1213001" y="19515"/>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15">
            <a:extLst>
              <a:ext uri="{FF2B5EF4-FFF2-40B4-BE49-F238E27FC236}">
                <a16:creationId xmlns:a16="http://schemas.microsoft.com/office/drawing/2014/main" id="{235F4B08-36B8-4D96-46A3-640589F2B9ED}"/>
              </a:ext>
              <a:ext uri="{C183D7F6-B498-43B3-948B-1728B52AA6E4}">
                <adec:decorative xmlns:adec="http://schemas.microsoft.com/office/drawing/2017/decorative" val="1"/>
              </a:ext>
            </a:extLst>
          </p:cNvPr>
          <p:cNvSpPr/>
          <p:nvPr/>
        </p:nvSpPr>
        <p:spPr>
          <a:xfrm rot="5400000" flipH="1">
            <a:off x="442520" y="-450526"/>
            <a:ext cx="1018073" cy="1919124"/>
          </a:xfrm>
          <a:custGeom>
            <a:avLst/>
            <a:gdLst>
              <a:gd name="connsiteX0" fmla="*/ 1018073 w 1018073"/>
              <a:gd name="connsiteY0" fmla="*/ 1919124 h 1919124"/>
              <a:gd name="connsiteX1" fmla="*/ 1018073 w 1018073"/>
              <a:gd name="connsiteY1" fmla="*/ 0 h 1919124"/>
              <a:gd name="connsiteX2" fmla="*/ 860680 w 1018073"/>
              <a:gd name="connsiteY2" fmla="*/ 92033 h 1919124"/>
              <a:gd name="connsiteX3" fmla="*/ 45685 w 1018073"/>
              <a:gd name="connsiteY3" fmla="*/ 1217247 h 1919124"/>
              <a:gd name="connsiteX4" fmla="*/ 29068 w 1018073"/>
              <a:gd name="connsiteY4" fmla="*/ 1808525 h 1919124"/>
              <a:gd name="connsiteX5" fmla="*/ 59967 w 1018073"/>
              <a:gd name="connsiteY5" fmla="*/ 1919124 h 191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073" h="1919124">
                <a:moveTo>
                  <a:pt x="1018073" y="1919124"/>
                </a:moveTo>
                <a:lnTo>
                  <a:pt x="1018073" y="0"/>
                </a:lnTo>
                <a:lnTo>
                  <a:pt x="860680" y="92033"/>
                </a:lnTo>
                <a:cubicBezTo>
                  <a:pt x="468017" y="356206"/>
                  <a:pt x="159674" y="774823"/>
                  <a:pt x="45685" y="1217247"/>
                </a:cubicBezTo>
                <a:cubicBezTo>
                  <a:pt x="-9143" y="1412111"/>
                  <a:pt x="-14542" y="1615180"/>
                  <a:pt x="29068" y="1808525"/>
                </a:cubicBezTo>
                <a:lnTo>
                  <a:pt x="59967" y="1919124"/>
                </a:lnTo>
                <a:close/>
              </a:path>
            </a:pathLst>
          </a:custGeom>
          <a:solidFill>
            <a:schemeClr val="accent5"/>
          </a:solidFill>
          <a:ln w="2027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4" name="Freeform: Shape 4">
            <a:extLst>
              <a:ext uri="{FF2B5EF4-FFF2-40B4-BE49-F238E27FC236}">
                <a16:creationId xmlns:a16="http://schemas.microsoft.com/office/drawing/2014/main" id="{71E3A63B-01EF-B3B1-F861-1BBC4411F929}"/>
              </a:ext>
              <a:ext uri="{C183D7F6-B498-43B3-948B-1728B52AA6E4}">
                <adec:decorative xmlns:adec="http://schemas.microsoft.com/office/drawing/2017/decorative" val="1"/>
              </a:ext>
            </a:extLst>
          </p:cNvPr>
          <p:cNvSpPr/>
          <p:nvPr/>
        </p:nvSpPr>
        <p:spPr>
          <a:xfrm flipH="1" flipV="1">
            <a:off x="10243539" y="-1"/>
            <a:ext cx="1948461" cy="1453974"/>
          </a:xfrm>
          <a:custGeom>
            <a:avLst/>
            <a:gdLst>
              <a:gd name="connsiteX0" fmla="*/ 0 w 1948461"/>
              <a:gd name="connsiteY0" fmla="*/ 0 h 1453974"/>
              <a:gd name="connsiteX1" fmla="*/ 32434 w 1948461"/>
              <a:gd name="connsiteY1" fmla="*/ 41394 h 1453974"/>
              <a:gd name="connsiteX2" fmla="*/ 611626 w 1948461"/>
              <a:gd name="connsiteY2" fmla="*/ 508597 h 1453974"/>
              <a:gd name="connsiteX3" fmla="*/ 1902163 w 1948461"/>
              <a:gd name="connsiteY3" fmla="*/ 1370646 h 1453974"/>
              <a:gd name="connsiteX4" fmla="*/ 1948461 w 1948461"/>
              <a:gd name="connsiteY4" fmla="*/ 1453974 h 1453974"/>
              <a:gd name="connsiteX5" fmla="*/ 0 w 1948461"/>
              <a:gd name="connsiteY5" fmla="*/ 1453974 h 145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8461" h="1453974">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1"/>
          </a:solidFill>
          <a:ln w="150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5" name="Freeform: Shape 5">
            <a:extLst>
              <a:ext uri="{FF2B5EF4-FFF2-40B4-BE49-F238E27FC236}">
                <a16:creationId xmlns:a16="http://schemas.microsoft.com/office/drawing/2014/main" id="{D93AB7B1-DA47-81AC-9BD3-0767E499EFFE}"/>
              </a:ext>
              <a:ext uri="{C183D7F6-B498-43B3-948B-1728B52AA6E4}">
                <adec:decorative xmlns:adec="http://schemas.microsoft.com/office/drawing/2017/decorative" val="1"/>
              </a:ext>
            </a:extLst>
          </p:cNvPr>
          <p:cNvSpPr/>
          <p:nvPr/>
        </p:nvSpPr>
        <p:spPr>
          <a:xfrm rot="10800000">
            <a:off x="7248231" y="5855618"/>
            <a:ext cx="4943770" cy="1002382"/>
          </a:xfrm>
          <a:custGeom>
            <a:avLst/>
            <a:gdLst>
              <a:gd name="connsiteX0" fmla="*/ 0 w 4943770"/>
              <a:gd name="connsiteY0" fmla="*/ 0 h 1002382"/>
              <a:gd name="connsiteX1" fmla="*/ 4943770 w 4943770"/>
              <a:gd name="connsiteY1" fmla="*/ 0 h 1002382"/>
              <a:gd name="connsiteX2" fmla="*/ 4906928 w 4943770"/>
              <a:gd name="connsiteY2" fmla="*/ 44581 h 1002382"/>
              <a:gd name="connsiteX3" fmla="*/ 2525640 w 4943770"/>
              <a:gd name="connsiteY3" fmla="*/ 241508 h 1002382"/>
              <a:gd name="connsiteX4" fmla="*/ 1667268 w 4943770"/>
              <a:gd name="connsiteY4" fmla="*/ 163732 h 1002382"/>
              <a:gd name="connsiteX5" fmla="*/ 1317749 w 4943770"/>
              <a:gd name="connsiteY5" fmla="*/ 293864 h 1002382"/>
              <a:gd name="connsiteX6" fmla="*/ 75310 w 4943770"/>
              <a:gd name="connsiteY6" fmla="*/ 989292 h 1002382"/>
              <a:gd name="connsiteX7" fmla="*/ 0 w 4943770"/>
              <a:gd name="connsiteY7" fmla="*/ 1002382 h 100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3770" h="1002382">
                <a:moveTo>
                  <a:pt x="0" y="0"/>
                </a:moveTo>
                <a:lnTo>
                  <a:pt x="4943770" y="0"/>
                </a:lnTo>
                <a:lnTo>
                  <a:pt x="4906928" y="44581"/>
                </a:lnTo>
                <a:cubicBezTo>
                  <a:pt x="4311119" y="665259"/>
                  <a:pt x="3275391" y="550750"/>
                  <a:pt x="2525640" y="241508"/>
                </a:cubicBezTo>
                <a:cubicBezTo>
                  <a:pt x="2174456" y="97448"/>
                  <a:pt x="1956229" y="100710"/>
                  <a:pt x="1667268" y="163732"/>
                </a:cubicBezTo>
                <a:cubicBezTo>
                  <a:pt x="1546867" y="189990"/>
                  <a:pt x="1429272" y="233773"/>
                  <a:pt x="1317749" y="293864"/>
                </a:cubicBezTo>
                <a:cubicBezTo>
                  <a:pt x="1050964" y="428937"/>
                  <a:pt x="614633" y="864100"/>
                  <a:pt x="75310" y="989292"/>
                </a:cubicBezTo>
                <a:lnTo>
                  <a:pt x="0" y="1002382"/>
                </a:lnTo>
                <a:close/>
              </a:path>
            </a:pathLst>
          </a:custGeom>
          <a:solidFill>
            <a:schemeClr val="accent6"/>
          </a:solidFill>
          <a:ln w="3482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5408762" y="914400"/>
            <a:ext cx="5870448" cy="5029200"/>
          </a:xfrm>
          <a:prstGeom prst="rect">
            <a:avLst/>
          </a:prstGeom>
        </p:spPr>
        <p:txBody>
          <a:bodyPr vert="horz" lIns="0" tIns="45720" rIns="0" bIns="45720" rtlCol="0" anchor="ctr">
            <a:noAutofit/>
          </a:bodyPr>
          <a:lstStyle>
            <a:lvl1pPr>
              <a:lnSpc>
                <a:spcPct val="75000"/>
              </a:lnSpc>
              <a:defRPr sz="5400" cap="all" spc="0" baseline="0"/>
            </a:lvl1pPr>
          </a:lstStyle>
          <a:p>
            <a:r>
              <a:rPr lang="en-US" dirty="0"/>
              <a:t>Click to add title</a:t>
            </a:r>
          </a:p>
        </p:txBody>
      </p:sp>
      <p:sp>
        <p:nvSpPr>
          <p:cNvPr id="5" name="Picture Placeholder 4">
            <a:extLst>
              <a:ext uri="{FF2B5EF4-FFF2-40B4-BE49-F238E27FC236}">
                <a16:creationId xmlns:a16="http://schemas.microsoft.com/office/drawing/2014/main" id="{BDDF44C2-2412-E9A3-C652-50DB0A363319}"/>
              </a:ext>
            </a:extLst>
          </p:cNvPr>
          <p:cNvSpPr>
            <a:spLocks noGrp="1"/>
          </p:cNvSpPr>
          <p:nvPr>
            <p:ph type="pic" sz="quarter" idx="11"/>
          </p:nvPr>
        </p:nvSpPr>
        <p:spPr>
          <a:xfrm>
            <a:off x="0" y="0"/>
            <a:ext cx="4943475" cy="6858000"/>
          </a:xfrm>
          <a:custGeom>
            <a:avLst/>
            <a:gdLst>
              <a:gd name="connsiteX0" fmla="*/ 1911118 w 4943475"/>
              <a:gd name="connsiteY0" fmla="*/ 0 h 6858000"/>
              <a:gd name="connsiteX1" fmla="*/ 4943475 w 4943475"/>
              <a:gd name="connsiteY1" fmla="*/ 0 h 6858000"/>
              <a:gd name="connsiteX2" fmla="*/ 4943475 w 4943475"/>
              <a:gd name="connsiteY2" fmla="*/ 6858000 h 6858000"/>
              <a:gd name="connsiteX3" fmla="*/ 1316945 w 4943475"/>
              <a:gd name="connsiteY3" fmla="*/ 6858000 h 6858000"/>
              <a:gd name="connsiteX4" fmla="*/ 1300831 w 4943475"/>
              <a:gd name="connsiteY4" fmla="*/ 6813975 h 6858000"/>
              <a:gd name="connsiteX5" fmla="*/ 11509 w 4943475"/>
              <a:gd name="connsiteY5" fmla="*/ 5644999 h 6858000"/>
              <a:gd name="connsiteX6" fmla="*/ 0 w 4943475"/>
              <a:gd name="connsiteY6" fmla="*/ 5642040 h 6858000"/>
              <a:gd name="connsiteX7" fmla="*/ 0 w 4943475"/>
              <a:gd name="connsiteY7" fmla="*/ 960342 h 6858000"/>
              <a:gd name="connsiteX8" fmla="*/ 102594 w 4943475"/>
              <a:gd name="connsiteY8" fmla="*/ 989005 h 6858000"/>
              <a:gd name="connsiteX9" fmla="*/ 693872 w 4943475"/>
              <a:gd name="connsiteY9" fmla="*/ 972388 h 6858000"/>
              <a:gd name="connsiteX10" fmla="*/ 1819086 w 4943475"/>
              <a:gd name="connsiteY10" fmla="*/ 157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3475" h="6858000">
                <a:moveTo>
                  <a:pt x="1911118" y="0"/>
                </a:moveTo>
                <a:lnTo>
                  <a:pt x="4943475" y="0"/>
                </a:lnTo>
                <a:lnTo>
                  <a:pt x="4943475" y="6858000"/>
                </a:lnTo>
                <a:lnTo>
                  <a:pt x="1316945" y="6858000"/>
                </a:lnTo>
                <a:lnTo>
                  <a:pt x="1300831" y="6813975"/>
                </a:lnTo>
                <a:cubicBezTo>
                  <a:pt x="1065596" y="6257818"/>
                  <a:pt x="593762" y="5826099"/>
                  <a:pt x="11509" y="5644999"/>
                </a:cubicBezTo>
                <a:lnTo>
                  <a:pt x="0" y="5642040"/>
                </a:lnTo>
                <a:lnTo>
                  <a:pt x="0" y="960342"/>
                </a:lnTo>
                <a:lnTo>
                  <a:pt x="102594" y="989005"/>
                </a:lnTo>
                <a:cubicBezTo>
                  <a:pt x="295939" y="1032615"/>
                  <a:pt x="499008" y="1027216"/>
                  <a:pt x="693872" y="972388"/>
                </a:cubicBezTo>
                <a:cubicBezTo>
                  <a:pt x="1136296" y="858399"/>
                  <a:pt x="1554913" y="550056"/>
                  <a:pt x="1819086" y="157393"/>
                </a:cubicBezTo>
                <a:close/>
              </a:path>
            </a:pathLst>
          </a:custGeom>
        </p:spPr>
        <p:txBody>
          <a:bodyPr wrap="square" tIns="1005840">
            <a:noAutofit/>
          </a:bodyPr>
          <a:lstStyle>
            <a:lvl1pPr marL="0" indent="0" algn="ctr">
              <a:buNone/>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Tree>
    <p:extLst>
      <p:ext uri="{BB962C8B-B14F-4D97-AF65-F5344CB8AC3E}">
        <p14:creationId xmlns:p14="http://schemas.microsoft.com/office/powerpoint/2010/main" val="1622228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s 3">
    <p:bg>
      <p:bgPr>
        <a:solidFill>
          <a:schemeClr val="tx1"/>
        </a:solidFill>
        <a:effectLst/>
      </p:bgPr>
    </p:bg>
    <p:spTree>
      <p:nvGrpSpPr>
        <p:cNvPr id="1" name=""/>
        <p:cNvGrpSpPr/>
        <p:nvPr/>
      </p:nvGrpSpPr>
      <p:grpSpPr>
        <a:xfrm>
          <a:off x="0" y="0"/>
          <a:ext cx="0" cy="0"/>
          <a:chOff x="0" y="0"/>
          <a:chExt cx="0" cy="0"/>
        </a:xfrm>
      </p:grpSpPr>
      <p:sp>
        <p:nvSpPr>
          <p:cNvPr id="5" name="Freeform: Shape 22">
            <a:extLst>
              <a:ext uri="{FF2B5EF4-FFF2-40B4-BE49-F238E27FC236}">
                <a16:creationId xmlns:a16="http://schemas.microsoft.com/office/drawing/2014/main" id="{0FA877A3-B2AE-5C65-DE20-D16387871BE5}"/>
              </a:ext>
              <a:ext uri="{C183D7F6-B498-43B3-948B-1728B52AA6E4}">
                <adec:decorative xmlns:adec="http://schemas.microsoft.com/office/drawing/2017/decorative" val="1"/>
              </a:ext>
            </a:extLst>
          </p:cNvPr>
          <p:cNvSpPr/>
          <p:nvPr/>
        </p:nvSpPr>
        <p:spPr>
          <a:xfrm>
            <a:off x="8906392" y="4720062"/>
            <a:ext cx="3285608" cy="2137938"/>
          </a:xfrm>
          <a:custGeom>
            <a:avLst/>
            <a:gdLst>
              <a:gd name="connsiteX0" fmla="*/ 3285608 w 3285608"/>
              <a:gd name="connsiteY0" fmla="*/ 0 h 2137938"/>
              <a:gd name="connsiteX1" fmla="*/ 3285608 w 3285608"/>
              <a:gd name="connsiteY1" fmla="*/ 2137938 h 2137938"/>
              <a:gd name="connsiteX2" fmla="*/ 0 w 3285608"/>
              <a:gd name="connsiteY2" fmla="*/ 2137938 h 2137938"/>
              <a:gd name="connsiteX3" fmla="*/ 53213 w 3285608"/>
              <a:gd name="connsiteY3" fmla="*/ 2070398 h 2137938"/>
              <a:gd name="connsiteX4" fmla="*/ 1464698 w 3285608"/>
              <a:gd name="connsiteY4" fmla="*/ 1425184 h 2137938"/>
              <a:gd name="connsiteX5" fmla="*/ 3278751 w 3285608"/>
              <a:gd name="connsiteY5" fmla="*/ 2109 h 213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5608" h="2137938">
                <a:moveTo>
                  <a:pt x="3285608" y="0"/>
                </a:moveTo>
                <a:lnTo>
                  <a:pt x="3285608" y="2137938"/>
                </a:lnTo>
                <a:lnTo>
                  <a:pt x="0" y="2137938"/>
                </a:lnTo>
                <a:lnTo>
                  <a:pt x="53213" y="2070398"/>
                </a:lnTo>
                <a:cubicBezTo>
                  <a:pt x="428518" y="1649846"/>
                  <a:pt x="1048414" y="1562150"/>
                  <a:pt x="1464698" y="1425184"/>
                </a:cubicBezTo>
                <a:cubicBezTo>
                  <a:pt x="2343037" y="1136242"/>
                  <a:pt x="2721555" y="228637"/>
                  <a:pt x="3278751" y="2109"/>
                </a:cubicBezTo>
                <a:close/>
              </a:path>
            </a:pathLst>
          </a:custGeom>
          <a:solidFill>
            <a:schemeClr val="accent6"/>
          </a:solidFill>
          <a:ln w="21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703472" y="2377871"/>
            <a:ext cx="6814371" cy="4359402"/>
          </a:xfrm>
        </p:spPr>
        <p:txBody>
          <a:bodyPr>
            <a:normAutofit/>
          </a:bodyPr>
          <a:lstStyle>
            <a:lvl1pPr marL="512064" indent="-512064">
              <a:lnSpc>
                <a:spcPct val="100000"/>
              </a:lnSpc>
              <a:spcBef>
                <a:spcPts val="600"/>
              </a:spcBef>
              <a:spcAft>
                <a:spcPts val="1200"/>
              </a:spcAft>
              <a:buFont typeface="+mj-lt"/>
              <a:buAutoNum type="arabicPeriod"/>
              <a:defRPr sz="2000"/>
            </a:lvl1pPr>
            <a:lvl2pPr marL="800100" indent="-512064">
              <a:lnSpc>
                <a:spcPct val="100000"/>
              </a:lnSpc>
              <a:spcBef>
                <a:spcPts val="600"/>
              </a:spcBef>
              <a:spcAft>
                <a:spcPts val="1200"/>
              </a:spcAft>
              <a:buFont typeface="+mj-lt"/>
              <a:buAutoNum type="arabicPeriod"/>
              <a:defRPr sz="1800"/>
            </a:lvl2pPr>
            <a:lvl3pPr marL="1257300" indent="-512064">
              <a:lnSpc>
                <a:spcPct val="100000"/>
              </a:lnSpc>
              <a:spcBef>
                <a:spcPts val="600"/>
              </a:spcBef>
              <a:spcAft>
                <a:spcPts val="1200"/>
              </a:spcAft>
              <a:buFont typeface="+mj-lt"/>
              <a:buAutoNum type="arabicPeriod"/>
              <a:defRPr sz="1600"/>
            </a:lvl3pPr>
            <a:lvl4pPr marL="1714500" indent="-512064">
              <a:lnSpc>
                <a:spcPct val="100000"/>
              </a:lnSpc>
              <a:spcBef>
                <a:spcPts val="600"/>
              </a:spcBef>
              <a:spcAft>
                <a:spcPts val="1200"/>
              </a:spcAft>
              <a:buFont typeface="+mj-lt"/>
              <a:buAutoNum type="arabicPeriod"/>
              <a:defRPr sz="1400"/>
            </a:lvl4pPr>
            <a:lvl5pPr marL="2171700" indent="-512064">
              <a:lnSpc>
                <a:spcPct val="100000"/>
              </a:lnSpc>
              <a:spcBef>
                <a:spcPts val="600"/>
              </a:spcBef>
              <a:spcAft>
                <a:spcPts val="1200"/>
              </a:spcAft>
              <a:buFont typeface="+mj-lt"/>
              <a:buAutoNum type="arabicPeriod"/>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a:extLst>
              <a:ext uri="{FF2B5EF4-FFF2-40B4-BE49-F238E27FC236}">
                <a16:creationId xmlns:a16="http://schemas.microsoft.com/office/drawing/2014/main" id="{CB9E0096-D944-5245-13D4-92814D4D59C7}"/>
              </a:ext>
            </a:extLst>
          </p:cNvPr>
          <p:cNvSpPr>
            <a:spLocks noGrp="1"/>
          </p:cNvSpPr>
          <p:nvPr>
            <p:ph sz="quarter" idx="11" hasCustomPrompt="1"/>
          </p:nvPr>
        </p:nvSpPr>
        <p:spPr>
          <a:xfrm>
            <a:off x="7954195" y="2377871"/>
            <a:ext cx="3840407"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6428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690D34EE-F9DA-E443-4A73-7A028CD1DC77}"/>
              </a:ext>
            </a:extLst>
          </p:cNvPr>
          <p:cNvSpPr/>
          <p:nvPr/>
        </p:nvSpPr>
        <p:spPr>
          <a:xfrm>
            <a:off x="6576005" y="6244034"/>
            <a:ext cx="5128931" cy="613967"/>
          </a:xfrm>
          <a:custGeom>
            <a:avLst/>
            <a:gdLst>
              <a:gd name="connsiteX0" fmla="*/ 4291965 w 5128931"/>
              <a:gd name="connsiteY0" fmla="*/ 60 h 613967"/>
              <a:gd name="connsiteX1" fmla="*/ 4666198 w 5128931"/>
              <a:gd name="connsiteY1" fmla="*/ 89254 h 613967"/>
              <a:gd name="connsiteX2" fmla="*/ 5101197 w 5128931"/>
              <a:gd name="connsiteY2" fmla="*/ 537690 h 613967"/>
              <a:gd name="connsiteX3" fmla="*/ 5128931 w 5128931"/>
              <a:gd name="connsiteY3" fmla="*/ 613967 h 613967"/>
              <a:gd name="connsiteX4" fmla="*/ 0 w 5128931"/>
              <a:gd name="connsiteY4" fmla="*/ 613967 h 613967"/>
              <a:gd name="connsiteX5" fmla="*/ 15614 w 5128931"/>
              <a:gd name="connsiteY5" fmla="*/ 593375 h 613967"/>
              <a:gd name="connsiteX6" fmla="*/ 81739 w 5128931"/>
              <a:gd name="connsiteY6" fmla="*/ 517786 h 613967"/>
              <a:gd name="connsiteX7" fmla="*/ 2139708 w 5128931"/>
              <a:gd name="connsiteY7" fmla="*/ 331996 h 613967"/>
              <a:gd name="connsiteX8" fmla="*/ 4291965 w 5128931"/>
              <a:gd name="connsiteY8" fmla="*/ 60 h 613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28931" h="613967">
                <a:moveTo>
                  <a:pt x="4291965" y="60"/>
                </a:moveTo>
                <a:cubicBezTo>
                  <a:pt x="4425259" y="-1390"/>
                  <a:pt x="4550210" y="23536"/>
                  <a:pt x="4666198" y="89254"/>
                </a:cubicBezTo>
                <a:cubicBezTo>
                  <a:pt x="4891999" y="217207"/>
                  <a:pt x="5029133" y="370815"/>
                  <a:pt x="5101197" y="537690"/>
                </a:cubicBezTo>
                <a:lnTo>
                  <a:pt x="5128931" y="613967"/>
                </a:lnTo>
                <a:lnTo>
                  <a:pt x="0" y="613967"/>
                </a:lnTo>
                <a:lnTo>
                  <a:pt x="15614" y="593375"/>
                </a:lnTo>
                <a:cubicBezTo>
                  <a:pt x="37505" y="566465"/>
                  <a:pt x="59606" y="541212"/>
                  <a:pt x="81739" y="517786"/>
                </a:cubicBezTo>
                <a:cubicBezTo>
                  <a:pt x="726324" y="-164414"/>
                  <a:pt x="1567784" y="212292"/>
                  <a:pt x="2139708" y="331996"/>
                </a:cubicBezTo>
                <a:cubicBezTo>
                  <a:pt x="2980088" y="507931"/>
                  <a:pt x="3714356" y="6344"/>
                  <a:pt x="4291965" y="60"/>
                </a:cubicBezTo>
                <a:close/>
              </a:path>
            </a:pathLst>
          </a:custGeom>
          <a:solidFill>
            <a:schemeClr val="accent1"/>
          </a:solidFill>
          <a:ln w="2373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Freeform: Shape 20">
            <a:extLst>
              <a:ext uri="{FF2B5EF4-FFF2-40B4-BE49-F238E27FC236}">
                <a16:creationId xmlns:a16="http://schemas.microsoft.com/office/drawing/2014/main" id="{DBA1AC28-AEBA-F273-D81B-DCB3F7595C06}"/>
              </a:ext>
            </a:extLst>
          </p:cNvPr>
          <p:cNvSpPr/>
          <p:nvPr/>
        </p:nvSpPr>
        <p:spPr>
          <a:xfrm>
            <a:off x="11450906" y="3547173"/>
            <a:ext cx="741094" cy="3164819"/>
          </a:xfrm>
          <a:custGeom>
            <a:avLst/>
            <a:gdLst>
              <a:gd name="connsiteX0" fmla="*/ 741094 w 741094"/>
              <a:gd name="connsiteY0" fmla="*/ 0 h 3164819"/>
              <a:gd name="connsiteX1" fmla="*/ 741094 w 741094"/>
              <a:gd name="connsiteY1" fmla="*/ 3164819 h 3164819"/>
              <a:gd name="connsiteX2" fmla="*/ 696311 w 741094"/>
              <a:gd name="connsiteY2" fmla="*/ 3128887 h 3164819"/>
              <a:gd name="connsiteX3" fmla="*/ 66029 w 741094"/>
              <a:gd name="connsiteY3" fmla="*/ 2098526 h 3164819"/>
              <a:gd name="connsiteX4" fmla="*/ 659081 w 741094"/>
              <a:gd name="connsiteY4" fmla="*/ 69283 h 3164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094" h="3164819">
                <a:moveTo>
                  <a:pt x="741094" y="0"/>
                </a:moveTo>
                <a:lnTo>
                  <a:pt x="741094" y="3164819"/>
                </a:lnTo>
                <a:lnTo>
                  <a:pt x="696311" y="3128887"/>
                </a:lnTo>
                <a:cubicBezTo>
                  <a:pt x="398216" y="2865259"/>
                  <a:pt x="172941" y="2512853"/>
                  <a:pt x="66029" y="2098526"/>
                </a:cubicBezTo>
                <a:cubicBezTo>
                  <a:pt x="-129976" y="1338929"/>
                  <a:pt x="122879" y="568970"/>
                  <a:pt x="659081" y="69283"/>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11" name="Block Arc 10">
            <a:extLst>
              <a:ext uri="{FF2B5EF4-FFF2-40B4-BE49-F238E27FC236}">
                <a16:creationId xmlns:a16="http://schemas.microsoft.com/office/drawing/2014/main" id="{BEF5AD5C-8D5B-14F6-F688-592B022821E7}"/>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3343CA5-4CA0-41D9-7ED0-D8D9D96A1D36}"/>
              </a:ext>
            </a:extLst>
          </p:cNvPr>
          <p:cNvSpPr>
            <a:spLocks noGrp="1"/>
          </p:cNvSpPr>
          <p:nvPr>
            <p:ph type="title" hasCustomPrompt="1"/>
          </p:nvPr>
        </p:nvSpPr>
        <p:spPr>
          <a:xfrm>
            <a:off x="914400" y="914400"/>
            <a:ext cx="10360152" cy="3657600"/>
          </a:xfrm>
        </p:spPr>
        <p:txBody>
          <a:bodyPr anchor="b">
            <a:noAutofit/>
          </a:bodyPr>
          <a:lstStyle>
            <a:lvl1pPr algn="ctr">
              <a:lnSpc>
                <a:spcPct val="75000"/>
              </a:lnSpc>
              <a:defRPr sz="5400" cap="all" spc="600" baseline="0"/>
            </a:lvl1pPr>
          </a:lstStyle>
          <a:p>
            <a:r>
              <a:rPr lang="en-US" dirty="0"/>
              <a:t>Click to add title</a:t>
            </a:r>
          </a:p>
        </p:txBody>
      </p:sp>
      <p:sp>
        <p:nvSpPr>
          <p:cNvPr id="15" name="Content Placeholder 14">
            <a:extLst>
              <a:ext uri="{FF2B5EF4-FFF2-40B4-BE49-F238E27FC236}">
                <a16:creationId xmlns:a16="http://schemas.microsoft.com/office/drawing/2014/main" id="{FFB058F7-2BE2-A189-1B03-F472C5510883}"/>
              </a:ext>
            </a:extLst>
          </p:cNvPr>
          <p:cNvSpPr>
            <a:spLocks noGrp="1"/>
          </p:cNvSpPr>
          <p:nvPr>
            <p:ph sz="quarter" idx="10" hasCustomPrompt="1"/>
          </p:nvPr>
        </p:nvSpPr>
        <p:spPr>
          <a:xfrm>
            <a:off x="1630363" y="5006113"/>
            <a:ext cx="8931275" cy="1720850"/>
          </a:xfrm>
        </p:spPr>
        <p:txBody>
          <a:bodyPr/>
          <a:lstStyle>
            <a:lvl1pPr marL="0" indent="0" algn="ctr">
              <a:spcBef>
                <a:spcPts val="0"/>
              </a:spcBef>
              <a:buNone/>
              <a:defRPr/>
            </a:lvl1pPr>
            <a:lvl2pPr marL="457200" indent="0" algn="ctr">
              <a:spcBef>
                <a:spcPts val="0"/>
              </a:spcBef>
              <a:buNone/>
              <a:defRPr/>
            </a:lvl2pPr>
            <a:lvl3pPr marL="914400" indent="0" algn="ctr">
              <a:spcBef>
                <a:spcPts val="0"/>
              </a:spcBef>
              <a:buNone/>
              <a:defRPr/>
            </a:lvl3pPr>
            <a:lvl4pPr marL="1371600" indent="0" algn="ctr">
              <a:spcBef>
                <a:spcPts val="0"/>
              </a:spcBef>
              <a:buNone/>
              <a:defRPr/>
            </a:lvl4pPr>
            <a:lvl5pPr marL="1828800" indent="0" algn="ctr">
              <a:spcBef>
                <a:spcPts val="0"/>
              </a:spcBef>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Graphic 4">
            <a:extLst>
              <a:ext uri="{FF2B5EF4-FFF2-40B4-BE49-F238E27FC236}">
                <a16:creationId xmlns:a16="http://schemas.microsoft.com/office/drawing/2014/main" id="{74DA6858-F008-49D8-3E6E-18FE1289121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l="61920" b="49138"/>
          <a:stretch>
            <a:fillRect/>
          </a:stretch>
        </p:blipFill>
        <p:spPr>
          <a:xfrm rot="10800000" flipH="1" flipV="1">
            <a:off x="-9638" y="3945640"/>
            <a:ext cx="2853725" cy="2938093"/>
          </a:xfrm>
          <a:custGeom>
            <a:avLst/>
            <a:gdLst>
              <a:gd name="connsiteX0" fmla="*/ 0 w 2853725"/>
              <a:gd name="connsiteY0" fmla="*/ 0 h 2938093"/>
              <a:gd name="connsiteX1" fmla="*/ 2853725 w 2853725"/>
              <a:gd name="connsiteY1" fmla="*/ 0 h 2938093"/>
              <a:gd name="connsiteX2" fmla="*/ 2853725 w 2853725"/>
              <a:gd name="connsiteY2" fmla="*/ 2938093 h 2938093"/>
              <a:gd name="connsiteX3" fmla="*/ 0 w 2853725"/>
              <a:gd name="connsiteY3" fmla="*/ 2938093 h 2938093"/>
            </a:gdLst>
            <a:ahLst/>
            <a:cxnLst>
              <a:cxn ang="0">
                <a:pos x="connsiteX0" y="connsiteY0"/>
              </a:cxn>
              <a:cxn ang="0">
                <a:pos x="connsiteX1" y="connsiteY1"/>
              </a:cxn>
              <a:cxn ang="0">
                <a:pos x="connsiteX2" y="connsiteY2"/>
              </a:cxn>
              <a:cxn ang="0">
                <a:pos x="connsiteX3" y="connsiteY3"/>
              </a:cxn>
            </a:cxnLst>
            <a:rect l="l" t="t" r="r" b="b"/>
            <a:pathLst>
              <a:path w="2853725" h="2938093">
                <a:moveTo>
                  <a:pt x="0" y="0"/>
                </a:moveTo>
                <a:lnTo>
                  <a:pt x="2853725" y="0"/>
                </a:lnTo>
                <a:lnTo>
                  <a:pt x="2853725" y="2938093"/>
                </a:lnTo>
                <a:lnTo>
                  <a:pt x="0" y="2938093"/>
                </a:lnTo>
                <a:close/>
              </a:path>
            </a:pathLst>
          </a:custGeom>
        </p:spPr>
      </p:pic>
      <p:sp>
        <p:nvSpPr>
          <p:cNvPr id="19" name="Freeform: Shape 18">
            <a:extLst>
              <a:ext uri="{FF2B5EF4-FFF2-40B4-BE49-F238E27FC236}">
                <a16:creationId xmlns:a16="http://schemas.microsoft.com/office/drawing/2014/main" id="{AD697063-5A37-7E43-799C-8864FD42BAAC}"/>
              </a:ext>
            </a:extLst>
          </p:cNvPr>
          <p:cNvSpPr/>
          <p:nvPr/>
        </p:nvSpPr>
        <p:spPr>
          <a:xfrm>
            <a:off x="9063204" y="0"/>
            <a:ext cx="3128797" cy="2679752"/>
          </a:xfrm>
          <a:custGeom>
            <a:avLst/>
            <a:gdLst>
              <a:gd name="connsiteX0" fmla="*/ 3128797 w 3128797"/>
              <a:gd name="connsiteY0" fmla="*/ 879358 h 2679752"/>
              <a:gd name="connsiteX1" fmla="*/ 3128797 w 3128797"/>
              <a:gd name="connsiteY1" fmla="*/ 2679752 h 2679752"/>
              <a:gd name="connsiteX2" fmla="*/ 3059267 w 3128797"/>
              <a:gd name="connsiteY2" fmla="*/ 2608151 h 2679752"/>
              <a:gd name="connsiteX3" fmla="*/ 2764395 w 3128797"/>
              <a:gd name="connsiteY3" fmla="*/ 1724021 h 2679752"/>
              <a:gd name="connsiteX4" fmla="*/ 3093998 w 3128797"/>
              <a:gd name="connsiteY4" fmla="*/ 985035 h 2679752"/>
              <a:gd name="connsiteX5" fmla="*/ 0 w 3128797"/>
              <a:gd name="connsiteY5" fmla="*/ 0 h 2679752"/>
              <a:gd name="connsiteX6" fmla="*/ 3128797 w 3128797"/>
              <a:gd name="connsiteY6" fmla="*/ 0 h 2679752"/>
              <a:gd name="connsiteX7" fmla="*/ 3128797 w 3128797"/>
              <a:gd name="connsiteY7" fmla="*/ 550788 h 2679752"/>
              <a:gd name="connsiteX8" fmla="*/ 3123603 w 3128797"/>
              <a:gd name="connsiteY8" fmla="*/ 534564 h 2679752"/>
              <a:gd name="connsiteX9" fmla="*/ 1737201 w 3128797"/>
              <a:gd name="connsiteY9" fmla="*/ 374784 h 2679752"/>
              <a:gd name="connsiteX10" fmla="*/ 534991 w 3128797"/>
              <a:gd name="connsiteY10" fmla="*/ 378865 h 2679752"/>
              <a:gd name="connsiteX11" fmla="*/ 147047 w 3128797"/>
              <a:gd name="connsiteY11" fmla="*/ 143968 h 2679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28797" h="2679752">
                <a:moveTo>
                  <a:pt x="3128797" y="879358"/>
                </a:moveTo>
                <a:lnTo>
                  <a:pt x="3128797" y="2679752"/>
                </a:lnTo>
                <a:lnTo>
                  <a:pt x="3059267" y="2608151"/>
                </a:lnTo>
                <a:cubicBezTo>
                  <a:pt x="2845801" y="2364562"/>
                  <a:pt x="2737482" y="2047511"/>
                  <a:pt x="2764395" y="1724021"/>
                </a:cubicBezTo>
                <a:cubicBezTo>
                  <a:pt x="2789869" y="1485736"/>
                  <a:pt x="2988975" y="1235917"/>
                  <a:pt x="3093998" y="985035"/>
                </a:cubicBezTo>
                <a:close/>
                <a:moveTo>
                  <a:pt x="0" y="0"/>
                </a:moveTo>
                <a:lnTo>
                  <a:pt x="3128797" y="0"/>
                </a:lnTo>
                <a:lnTo>
                  <a:pt x="3128797" y="550788"/>
                </a:lnTo>
                <a:lnTo>
                  <a:pt x="3123603" y="534564"/>
                </a:lnTo>
                <a:cubicBezTo>
                  <a:pt x="2933666" y="80785"/>
                  <a:pt x="2078477" y="268334"/>
                  <a:pt x="1737201" y="374784"/>
                </a:cubicBezTo>
                <a:cubicBezTo>
                  <a:pt x="1414305" y="472235"/>
                  <a:pt x="872573" y="510694"/>
                  <a:pt x="534991" y="378865"/>
                </a:cubicBezTo>
                <a:cubicBezTo>
                  <a:pt x="393838" y="323373"/>
                  <a:pt x="264165" y="243263"/>
                  <a:pt x="147047" y="143968"/>
                </a:cubicBezTo>
                <a:close/>
              </a:path>
            </a:pathLst>
          </a:custGeom>
          <a:solidFill>
            <a:schemeClr val="accent3"/>
          </a:solidFill>
          <a:ln w="4025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A8CB1A0F-CA1C-711E-F4D9-F402746EC55D}"/>
              </a:ext>
            </a:extLst>
          </p:cNvPr>
          <p:cNvSpPr/>
          <p:nvPr/>
        </p:nvSpPr>
        <p:spPr>
          <a:xfrm>
            <a:off x="-9637" y="1"/>
            <a:ext cx="2617625" cy="3478627"/>
          </a:xfrm>
          <a:custGeom>
            <a:avLst/>
            <a:gdLst>
              <a:gd name="connsiteX0" fmla="*/ 0 w 2617625"/>
              <a:gd name="connsiteY0" fmla="*/ 0 h 3478627"/>
              <a:gd name="connsiteX1" fmla="*/ 2617625 w 2617625"/>
              <a:gd name="connsiteY1" fmla="*/ 0 h 3478627"/>
              <a:gd name="connsiteX2" fmla="*/ 2553291 w 2617625"/>
              <a:gd name="connsiteY2" fmla="*/ 101454 h 3478627"/>
              <a:gd name="connsiteX3" fmla="*/ 1240549 w 2617625"/>
              <a:gd name="connsiteY3" fmla="*/ 958722 h 3478627"/>
              <a:gd name="connsiteX4" fmla="*/ 955351 w 2617625"/>
              <a:gd name="connsiteY4" fmla="*/ 1199055 h 3478627"/>
              <a:gd name="connsiteX5" fmla="*/ 600934 w 2617625"/>
              <a:gd name="connsiteY5" fmla="*/ 1984701 h 3478627"/>
              <a:gd name="connsiteX6" fmla="*/ 38433 w 2617625"/>
              <a:gd name="connsiteY6" fmla="*/ 3435524 h 3478627"/>
              <a:gd name="connsiteX7" fmla="*/ 0 w 2617625"/>
              <a:gd name="connsiteY7" fmla="*/ 3478627 h 347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7625" h="3478627">
                <a:moveTo>
                  <a:pt x="0" y="0"/>
                </a:moveTo>
                <a:lnTo>
                  <a:pt x="2617625" y="0"/>
                </a:lnTo>
                <a:lnTo>
                  <a:pt x="2553291" y="101454"/>
                </a:lnTo>
                <a:cubicBezTo>
                  <a:pt x="2193600" y="596780"/>
                  <a:pt x="1511980" y="777778"/>
                  <a:pt x="1240549" y="958722"/>
                </a:cubicBezTo>
                <a:cubicBezTo>
                  <a:pt x="1133381" y="1026274"/>
                  <a:pt x="1037426" y="1107134"/>
                  <a:pt x="955351" y="1199055"/>
                </a:cubicBezTo>
                <a:cubicBezTo>
                  <a:pt x="758369" y="1419663"/>
                  <a:pt x="648207" y="1608072"/>
                  <a:pt x="600934" y="1984701"/>
                </a:cubicBezTo>
                <a:cubicBezTo>
                  <a:pt x="539729" y="2480023"/>
                  <a:pt x="361052" y="3033377"/>
                  <a:pt x="38433" y="3435524"/>
                </a:cubicBezTo>
                <a:lnTo>
                  <a:pt x="0" y="3478627"/>
                </a:lnTo>
                <a:close/>
              </a:path>
            </a:pathLst>
          </a:custGeom>
          <a:solidFill>
            <a:schemeClr val="accent5"/>
          </a:solidFill>
          <a:ln w="251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085111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80322" y="536376"/>
            <a:ext cx="4987598" cy="2133085"/>
          </a:xfrm>
          <a:prstGeom prst="rect">
            <a:avLst/>
          </a:prstGeom>
        </p:spPr>
        <p:txBody>
          <a:bodyPr vert="horz" lIns="0" tIns="45720" rIns="91440" bIns="45720" rtlCol="0" anchor="t">
            <a:noAutofit/>
          </a:bodyPr>
          <a:lstStyle>
            <a:lvl1pPr>
              <a:defRPr sz="3200" spc="30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endParaRPr lang="en-IN"/>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7DF8CBA2-AE77-48BA-9035-5B1BCEFBC6EC}" type="slidenum">
              <a:rPr lang="en-IN" smtClean="0"/>
              <a:t>‹#›</a:t>
            </a:fld>
            <a:endParaRPr lang="en-IN"/>
          </a:p>
        </p:txBody>
      </p:sp>
    </p:spTree>
    <p:extLst>
      <p:ext uri="{BB962C8B-B14F-4D97-AF65-F5344CB8AC3E}">
        <p14:creationId xmlns:p14="http://schemas.microsoft.com/office/powerpoint/2010/main" val="3466530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641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BA721-E662-D02D-DFDF-7D03113C5B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17B0DC-1652-E559-7127-731F23CF09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D1D90E-CCFA-CE5D-B8E8-79E9FE9BF493}"/>
              </a:ext>
            </a:extLst>
          </p:cNvPr>
          <p:cNvSpPr>
            <a:spLocks noGrp="1"/>
          </p:cNvSpPr>
          <p:nvPr>
            <p:ph type="dt" sz="half" idx="10"/>
          </p:nvPr>
        </p:nvSpPr>
        <p:spPr/>
        <p:txBody>
          <a:bodyPr/>
          <a:lstStyle/>
          <a:p>
            <a:fld id="{21BBB3AE-3097-4CAF-BB82-6A846266253C}" type="datetimeFigureOut">
              <a:rPr lang="en-IN" smtClean="0"/>
              <a:t>28-03-2026</a:t>
            </a:fld>
            <a:endParaRPr lang="en-IN"/>
          </a:p>
        </p:txBody>
      </p:sp>
      <p:sp>
        <p:nvSpPr>
          <p:cNvPr id="5" name="Footer Placeholder 4">
            <a:extLst>
              <a:ext uri="{FF2B5EF4-FFF2-40B4-BE49-F238E27FC236}">
                <a16:creationId xmlns:a16="http://schemas.microsoft.com/office/drawing/2014/main" id="{7C615F6F-FC6E-C3CC-16C0-22171B78C5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70A7CB-A141-63DA-DDF3-2659D3C99825}"/>
              </a:ext>
            </a:extLst>
          </p:cNvPr>
          <p:cNvSpPr>
            <a:spLocks noGrp="1"/>
          </p:cNvSpPr>
          <p:nvPr>
            <p:ph type="sldNum" sz="quarter" idx="12"/>
          </p:nvPr>
        </p:nvSpPr>
        <p:spPr/>
        <p:txBody>
          <a:bodyPr/>
          <a:lstStyle/>
          <a:p>
            <a:fld id="{7DF8CBA2-AE77-48BA-9035-5B1BCEFBC6EC}" type="slidenum">
              <a:rPr lang="en-IN" smtClean="0"/>
              <a:t>‹#›</a:t>
            </a:fld>
            <a:endParaRPr lang="en-IN"/>
          </a:p>
        </p:txBody>
      </p:sp>
    </p:spTree>
    <p:extLst>
      <p:ext uri="{BB962C8B-B14F-4D97-AF65-F5344CB8AC3E}">
        <p14:creationId xmlns:p14="http://schemas.microsoft.com/office/powerpoint/2010/main" val="3624670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bg1"/>
                </a:solidFill>
                <a:latin typeface="+mn-lt"/>
              </a:defRPr>
            </a:lvl1pPr>
          </a:lstStyle>
          <a:p>
            <a:fld id="{21BBB3AE-3097-4CAF-BB82-6A846266253C}" type="datetimeFigureOut">
              <a:rPr lang="en-IN" smtClean="0"/>
              <a:t>28-03-2026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bg1"/>
                </a:solidFill>
                <a:latin typeface="+mn-lt"/>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bg1"/>
                </a:solidFill>
                <a:latin typeface="+mn-lt"/>
              </a:defRPr>
            </a:lvl1pPr>
          </a:lstStyle>
          <a:p>
            <a:fld id="{7DF8CBA2-AE77-48BA-9035-5B1BCEFBC6EC}" type="slidenum">
              <a:rPr lang="en-IN" smtClean="0"/>
              <a:t>‹#›</a:t>
            </a:fld>
            <a:endParaRPr lang="en-IN"/>
          </a:p>
        </p:txBody>
      </p:sp>
    </p:spTree>
    <p:extLst>
      <p:ext uri="{BB962C8B-B14F-4D97-AF65-F5344CB8AC3E}">
        <p14:creationId xmlns:p14="http://schemas.microsoft.com/office/powerpoint/2010/main" val="2159013849"/>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txStyles>
    <p:titleStyle>
      <a:lvl1pPr algn="l" defTabSz="914400" rtl="0" eaLnBrk="1" latinLnBrk="0" hangingPunct="1">
        <a:lnSpc>
          <a:spcPct val="90000"/>
        </a:lnSpc>
        <a:spcBef>
          <a:spcPct val="0"/>
        </a:spcBef>
        <a:buNone/>
        <a:defRPr sz="3600" kern="1200" cap="all"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3E7A-4081-BFA4-45A0-0DC698C3C37A}"/>
              </a:ext>
            </a:extLst>
          </p:cNvPr>
          <p:cNvSpPr>
            <a:spLocks noGrp="1"/>
          </p:cNvSpPr>
          <p:nvPr>
            <p:ph type="ctrTitle"/>
          </p:nvPr>
        </p:nvSpPr>
        <p:spPr>
          <a:xfrm>
            <a:off x="1524000" y="207963"/>
            <a:ext cx="9144000" cy="740727"/>
          </a:xfrm>
        </p:spPr>
        <p:txBody>
          <a:bodyPr>
            <a:normAutofit fontScale="90000"/>
          </a:bodyPr>
          <a:lstStyle/>
          <a:p>
            <a:br>
              <a:rPr lang="en-US" altLang="en-US" dirty="0">
                <a:latin typeface="Arial" panose="020B0604020202020204" pitchFamily="34" charset="0"/>
              </a:rPr>
            </a:br>
            <a:r>
              <a:rPr lang="en-US" altLang="en-US" b="1" u="sng" dirty="0">
                <a:latin typeface="Arial" panose="020B0604020202020204" pitchFamily="34" charset="0"/>
              </a:rPr>
              <a:t>Introduction</a:t>
            </a:r>
            <a:endParaRPr lang="en-IN" u="sng" dirty="0"/>
          </a:p>
        </p:txBody>
      </p:sp>
      <p:sp>
        <p:nvSpPr>
          <p:cNvPr id="3" name="Subtitle 2">
            <a:extLst>
              <a:ext uri="{FF2B5EF4-FFF2-40B4-BE49-F238E27FC236}">
                <a16:creationId xmlns:a16="http://schemas.microsoft.com/office/drawing/2014/main" id="{20E99540-FEAD-B8C2-4901-DEFA7D348F4B}"/>
              </a:ext>
            </a:extLst>
          </p:cNvPr>
          <p:cNvSpPr>
            <a:spLocks noGrp="1"/>
          </p:cNvSpPr>
          <p:nvPr>
            <p:ph type="subTitle" idx="1"/>
          </p:nvPr>
        </p:nvSpPr>
        <p:spPr>
          <a:xfrm>
            <a:off x="1524000" y="1165860"/>
            <a:ext cx="9144000" cy="5360670"/>
          </a:xfrm>
        </p:spPr>
        <p:txBody>
          <a:bodyPr>
            <a:normAutofit fontScale="92500" lnSpcReduction="20000"/>
          </a:bodyPr>
          <a:lstStyle/>
          <a:p>
            <a:r>
              <a:rPr lang="en-US" dirty="0">
                <a:latin typeface="Franklin Gothic Medium" panose="020B0603020102020204" pitchFamily="34" charset="0"/>
              </a:rPr>
              <a:t>Northwind Traders is a fictitious wholesale company that specializes in importing and exporting a wide range of specialty food products from different parts of the world. The company operates through a network of customers, suppliers, employees, and shipping partners to manage its business operations efficiently.</a:t>
            </a:r>
          </a:p>
          <a:p>
            <a:r>
              <a:rPr lang="en-US" dirty="0">
                <a:latin typeface="Franklin Gothic Medium" panose="020B0603020102020204" pitchFamily="34" charset="0"/>
              </a:rPr>
              <a:t>The organization deals with order processing, inventory management, customer relationships, and logistics, making it an ideal case for business data analysis. The dataset used in this project contains detailed transactional data related to orders, products, customers, employees, suppliers, and shippers.</a:t>
            </a:r>
          </a:p>
          <a:p>
            <a:r>
              <a:rPr lang="en-US" dirty="0">
                <a:latin typeface="Franklin Gothic Medium" panose="020B0603020102020204" pitchFamily="34" charset="0"/>
              </a:rPr>
              <a:t>This project aims to utilize Power BI to transform raw data into meaningful insights through interactive dashboards. By analyzing key business areas such as customer behavior, product performance, employee efficiency, and shipping operations, the report helps in identifying trends, patterns, and opportunities.</a:t>
            </a:r>
          </a:p>
          <a:p>
            <a:r>
              <a:rPr lang="en-US" dirty="0">
                <a:latin typeface="Franklin Gothic Medium" panose="020B0603020102020204" pitchFamily="34" charset="0"/>
              </a:rPr>
              <a:t>The insights generated from this dashboard can support data-driven decision-making, improve operational efficiency, and enhance overall business performance. This project demonstrates how visualization tools like Power BI can be used effectively to analyze complex datasets and present them in a simple and understandable format.</a:t>
            </a:r>
          </a:p>
          <a:p>
            <a:pPr algn="l"/>
            <a:endParaRPr lang="en-IN" dirty="0"/>
          </a:p>
        </p:txBody>
      </p:sp>
    </p:spTree>
    <p:extLst>
      <p:ext uri="{BB962C8B-B14F-4D97-AF65-F5344CB8AC3E}">
        <p14:creationId xmlns:p14="http://schemas.microsoft.com/office/powerpoint/2010/main" val="361970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03035-0B43-CFE8-DAD1-8732DE48693F}"/>
              </a:ext>
            </a:extLst>
          </p:cNvPr>
          <p:cNvSpPr>
            <a:spLocks noGrp="1"/>
          </p:cNvSpPr>
          <p:nvPr>
            <p:ph type="ctrTitle"/>
          </p:nvPr>
        </p:nvSpPr>
        <p:spPr>
          <a:xfrm>
            <a:off x="1524000" y="105093"/>
            <a:ext cx="9144000" cy="786447"/>
          </a:xfrm>
        </p:spPr>
        <p:txBody>
          <a:bodyPr>
            <a:normAutofit/>
          </a:bodyPr>
          <a:lstStyle/>
          <a:p>
            <a:r>
              <a:rPr lang="en-IN" sz="3200" b="1" dirty="0"/>
              <a:t>Data Cleaning and Preparation</a:t>
            </a:r>
            <a:endParaRPr lang="en-IN" sz="3200" dirty="0"/>
          </a:p>
        </p:txBody>
      </p:sp>
      <p:pic>
        <p:nvPicPr>
          <p:cNvPr id="5" name="Picture 4">
            <a:extLst>
              <a:ext uri="{FF2B5EF4-FFF2-40B4-BE49-F238E27FC236}">
                <a16:creationId xmlns:a16="http://schemas.microsoft.com/office/drawing/2014/main" id="{DD9BE7A8-D3F1-B2D9-CA8F-7E50ED950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621" y="891540"/>
            <a:ext cx="10200740" cy="5815263"/>
          </a:xfrm>
          <a:prstGeom prst="rect">
            <a:avLst/>
          </a:prstGeom>
        </p:spPr>
      </p:pic>
    </p:spTree>
    <p:extLst>
      <p:ext uri="{BB962C8B-B14F-4D97-AF65-F5344CB8AC3E}">
        <p14:creationId xmlns:p14="http://schemas.microsoft.com/office/powerpoint/2010/main" val="3014616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73C57-A99E-D8D6-33A7-14363A1676C2}"/>
              </a:ext>
            </a:extLst>
          </p:cNvPr>
          <p:cNvSpPr>
            <a:spLocks noGrp="1"/>
          </p:cNvSpPr>
          <p:nvPr>
            <p:ph type="ctrTitle"/>
          </p:nvPr>
        </p:nvSpPr>
        <p:spPr>
          <a:xfrm>
            <a:off x="1363980" y="127953"/>
            <a:ext cx="9144000" cy="752157"/>
          </a:xfrm>
        </p:spPr>
        <p:txBody>
          <a:bodyPr>
            <a:normAutofit/>
          </a:bodyPr>
          <a:lstStyle/>
          <a:p>
            <a:r>
              <a:rPr lang="en-IN" sz="3600" b="1" dirty="0"/>
              <a:t>Data Cleaning and Preparation</a:t>
            </a:r>
          </a:p>
        </p:txBody>
      </p:sp>
      <p:sp>
        <p:nvSpPr>
          <p:cNvPr id="3" name="Subtitle 2">
            <a:extLst>
              <a:ext uri="{FF2B5EF4-FFF2-40B4-BE49-F238E27FC236}">
                <a16:creationId xmlns:a16="http://schemas.microsoft.com/office/drawing/2014/main" id="{351BF64A-7D9F-9258-0F4C-9FDC31BFF5D2}"/>
              </a:ext>
            </a:extLst>
          </p:cNvPr>
          <p:cNvSpPr>
            <a:spLocks noGrp="1"/>
          </p:cNvSpPr>
          <p:nvPr>
            <p:ph type="subTitle" idx="1"/>
          </p:nvPr>
        </p:nvSpPr>
        <p:spPr>
          <a:xfrm>
            <a:off x="845820" y="1178878"/>
            <a:ext cx="10561320" cy="5359082"/>
          </a:xfrm>
        </p:spPr>
        <p:txBody>
          <a:bodyPr>
            <a:normAutofit fontScale="92500" lnSpcReduction="10000"/>
          </a:bodyPr>
          <a:lstStyle/>
          <a:p>
            <a:pPr algn="l"/>
            <a:r>
              <a:rPr lang="en-US" dirty="0">
                <a:latin typeface="Franklin Gothic Medium" panose="020B0603020102020204" pitchFamily="34" charset="0"/>
              </a:rPr>
              <a:t>Data cleaning was performed using Power Query Editor in Power BI to ensure accuracy and consistency of the dataset.</a:t>
            </a:r>
          </a:p>
          <a:p>
            <a:pPr algn="l"/>
            <a:r>
              <a:rPr lang="en-US" dirty="0">
                <a:latin typeface="Franklin Gothic Medium" panose="020B0603020102020204" pitchFamily="34" charset="0"/>
              </a:rPr>
              <a:t>First, null and missing values were handled by either removing rows with missing data or replacing them with appropriate values such as zero in the case of discounts. This helped in avoiding errors during analysis.</a:t>
            </a:r>
          </a:p>
          <a:p>
            <a:pPr algn="l"/>
            <a:r>
              <a:rPr lang="en-US" dirty="0">
                <a:latin typeface="Franklin Gothic Medium" panose="020B0603020102020204" pitchFamily="34" charset="0"/>
              </a:rPr>
              <a:t>Second, data types of columns were corrected to ensure proper calculations. For example, date columns were converted into date format, while numerical fields such as price and quantity were converted into appropriate numeric formats.</a:t>
            </a:r>
          </a:p>
          <a:p>
            <a:pPr algn="l"/>
            <a:r>
              <a:rPr lang="en-US" dirty="0">
                <a:latin typeface="Franklin Gothic Medium" panose="020B0603020102020204" pitchFamily="34" charset="0"/>
              </a:rPr>
              <a:t>Duplicate records were identified and removed to maintain data integrity and avoid misleading results. Additionally, error values were handled by replacing or removing them.</a:t>
            </a:r>
          </a:p>
          <a:p>
            <a:pPr algn="l"/>
            <a:r>
              <a:rPr lang="en-US" dirty="0">
                <a:latin typeface="Franklin Gothic Medium" panose="020B0603020102020204" pitchFamily="34" charset="0"/>
              </a:rPr>
              <a:t>New calculated columns were created to enhance analysis, such as combining first name and last name to form employee names, and calculating total sales using price and quantity.</a:t>
            </a:r>
          </a:p>
          <a:p>
            <a:pPr algn="l"/>
            <a:r>
              <a:rPr lang="en-US" dirty="0">
                <a:latin typeface="Franklin Gothic Medium" panose="020B0603020102020204" pitchFamily="34" charset="0"/>
              </a:rPr>
              <a:t>Finally, columns were renamed for better readability and understanding. These steps ensured that the dataset was clean, structured, and ready for effective analysis in Power BI.</a:t>
            </a:r>
          </a:p>
          <a:p>
            <a:pPr algn="l"/>
            <a:endParaRPr lang="en-IN" dirty="0"/>
          </a:p>
        </p:txBody>
      </p:sp>
    </p:spTree>
    <p:extLst>
      <p:ext uri="{BB962C8B-B14F-4D97-AF65-F5344CB8AC3E}">
        <p14:creationId xmlns:p14="http://schemas.microsoft.com/office/powerpoint/2010/main" val="1493213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03006-76D2-78B5-6120-196222B0BD86}"/>
              </a:ext>
            </a:extLst>
          </p:cNvPr>
          <p:cNvSpPr>
            <a:spLocks noGrp="1"/>
          </p:cNvSpPr>
          <p:nvPr>
            <p:ph type="ctrTitle"/>
          </p:nvPr>
        </p:nvSpPr>
        <p:spPr>
          <a:xfrm>
            <a:off x="1524000" y="162243"/>
            <a:ext cx="9144000" cy="843597"/>
          </a:xfrm>
        </p:spPr>
        <p:txBody>
          <a:bodyPr>
            <a:normAutofit/>
          </a:bodyPr>
          <a:lstStyle/>
          <a:p>
            <a:r>
              <a:rPr lang="en-US" sz="4400" b="1" dirty="0"/>
              <a:t>Data model (er diagram)</a:t>
            </a:r>
            <a:endParaRPr lang="en-IN" sz="4400" b="1" dirty="0"/>
          </a:p>
        </p:txBody>
      </p:sp>
      <p:pic>
        <p:nvPicPr>
          <p:cNvPr id="5" name="Picture 4">
            <a:extLst>
              <a:ext uri="{FF2B5EF4-FFF2-40B4-BE49-F238E27FC236}">
                <a16:creationId xmlns:a16="http://schemas.microsoft.com/office/drawing/2014/main" id="{AC915EED-46C0-8406-5CC1-B9164692E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05840"/>
            <a:ext cx="8652510" cy="5450939"/>
          </a:xfrm>
          <a:prstGeom prst="rect">
            <a:avLst/>
          </a:prstGeom>
        </p:spPr>
      </p:pic>
    </p:spTree>
    <p:extLst>
      <p:ext uri="{BB962C8B-B14F-4D97-AF65-F5344CB8AC3E}">
        <p14:creationId xmlns:p14="http://schemas.microsoft.com/office/powerpoint/2010/main" val="1295066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240C8-E7DA-9355-A5E0-02D976793923}"/>
              </a:ext>
            </a:extLst>
          </p:cNvPr>
          <p:cNvSpPr>
            <a:spLocks noGrp="1"/>
          </p:cNvSpPr>
          <p:nvPr>
            <p:ph type="ctrTitle"/>
          </p:nvPr>
        </p:nvSpPr>
        <p:spPr>
          <a:xfrm>
            <a:off x="845820" y="925830"/>
            <a:ext cx="10664190" cy="5177789"/>
          </a:xfrm>
        </p:spPr>
        <p:txBody>
          <a:bodyPr>
            <a:normAutofit/>
          </a:bodyPr>
          <a:lstStyle/>
          <a:p>
            <a:pPr algn="l"/>
            <a:r>
              <a:rPr lang="en-US" sz="1800" dirty="0">
                <a:latin typeface="Franklin Gothic Medium" panose="020B0603020102020204" pitchFamily="34" charset="0"/>
              </a:rPr>
              <a:t>The data model represents the relationships between different tables in the Northwind dataset. It is designed using a relational structure where multiple tables are connected through primary and foreign keys.</a:t>
            </a:r>
            <a:br>
              <a:rPr lang="en-US" sz="1800" dirty="0">
                <a:latin typeface="Franklin Gothic Medium" panose="020B0603020102020204" pitchFamily="34" charset="0"/>
              </a:rPr>
            </a:br>
            <a:r>
              <a:rPr lang="en-US" sz="1800" dirty="0">
                <a:latin typeface="Franklin Gothic Medium" panose="020B0603020102020204" pitchFamily="34" charset="0"/>
              </a:rPr>
              <a:t>The central table in the model is the "Order Details" table, which acts as a fact table containing transactional data such as quantity, unit price, and discount. This table is connected to various dimension tables including Customers, Orders, Products, Employees, Shippers, Suppliers, and Categories.</a:t>
            </a:r>
            <a:br>
              <a:rPr lang="en-US" sz="1800" dirty="0">
                <a:latin typeface="Franklin Gothic Medium" panose="020B0603020102020204" pitchFamily="34" charset="0"/>
              </a:rPr>
            </a:br>
            <a:r>
              <a:rPr lang="en-US" sz="1800" dirty="0">
                <a:latin typeface="Franklin Gothic Medium" panose="020B0603020102020204" pitchFamily="34" charset="0"/>
              </a:rPr>
              <a:t>The Customers table is connected to the Orders table through CustomerID, indicating that one customer can place multiple orders. The Orders table is further connected to the Order Details table through OrderID, representing that one order can contain multiple products.</a:t>
            </a:r>
            <a:br>
              <a:rPr lang="en-US" sz="1800" dirty="0">
                <a:latin typeface="Franklin Gothic Medium" panose="020B0603020102020204" pitchFamily="34" charset="0"/>
              </a:rPr>
            </a:br>
            <a:r>
              <a:rPr lang="en-US" sz="1800" dirty="0">
                <a:latin typeface="Franklin Gothic Medium" panose="020B0603020102020204" pitchFamily="34" charset="0"/>
              </a:rPr>
              <a:t>The Products table is linked to the Order Details table using ProductID, showing that each product can appear in multiple orders. Additionally, Products are categorized using the Categories table and supplied by the Suppliers table.</a:t>
            </a:r>
            <a:br>
              <a:rPr lang="en-US" sz="1800" dirty="0">
                <a:latin typeface="Franklin Gothic Medium" panose="020B0603020102020204" pitchFamily="34" charset="0"/>
              </a:rPr>
            </a:br>
            <a:r>
              <a:rPr lang="en-US" sz="1800" dirty="0">
                <a:latin typeface="Franklin Gothic Medium" panose="020B0603020102020204" pitchFamily="34" charset="0"/>
              </a:rPr>
              <a:t>The Employees table is connected to Orders, indicating that each employee handles multiple orders. Similarly, the Shippers table is connected to Orders to represent the delivery of orders.</a:t>
            </a:r>
            <a:br>
              <a:rPr lang="en-US" sz="1800" dirty="0">
                <a:latin typeface="Franklin Gothic Medium" panose="020B0603020102020204" pitchFamily="34" charset="0"/>
              </a:rPr>
            </a:br>
            <a:r>
              <a:rPr lang="en-US" sz="1800" dirty="0">
                <a:latin typeface="Franklin Gothic Medium" panose="020B0603020102020204" pitchFamily="34" charset="0"/>
              </a:rPr>
              <a:t>Overall, the model follows a star schema structure which improves performance and enables efficient data analysis in Power BI.</a:t>
            </a:r>
            <a:br>
              <a:rPr lang="en-US" sz="1800" dirty="0">
                <a:latin typeface="Franklin Gothic Medium" panose="020B0603020102020204" pitchFamily="34" charset="0"/>
              </a:rPr>
            </a:br>
            <a:endParaRPr lang="en-IN" sz="1800" dirty="0">
              <a:latin typeface="Franklin Gothic Medium" panose="020B0603020102020204" pitchFamily="34" charset="0"/>
            </a:endParaRPr>
          </a:p>
        </p:txBody>
      </p:sp>
      <p:sp>
        <p:nvSpPr>
          <p:cNvPr id="4" name="TextBox 3">
            <a:extLst>
              <a:ext uri="{FF2B5EF4-FFF2-40B4-BE49-F238E27FC236}">
                <a16:creationId xmlns:a16="http://schemas.microsoft.com/office/drawing/2014/main" id="{05A29DA8-26AC-12E9-C334-41493E9759C9}"/>
              </a:ext>
            </a:extLst>
          </p:cNvPr>
          <p:cNvSpPr txBox="1"/>
          <p:nvPr/>
        </p:nvSpPr>
        <p:spPr>
          <a:xfrm>
            <a:off x="1268730" y="240030"/>
            <a:ext cx="9715500" cy="523220"/>
          </a:xfrm>
          <a:prstGeom prst="rect">
            <a:avLst/>
          </a:prstGeom>
          <a:noFill/>
        </p:spPr>
        <p:txBody>
          <a:bodyPr wrap="square" rtlCol="0">
            <a:spAutoFit/>
          </a:bodyPr>
          <a:lstStyle/>
          <a:p>
            <a:pPr algn="ctr"/>
            <a:r>
              <a:rPr lang="en-US" sz="2800" b="1" dirty="0">
                <a:solidFill>
                  <a:schemeClr val="bg1"/>
                </a:solidFill>
              </a:rPr>
              <a:t>Data model (er diagram)</a:t>
            </a:r>
            <a:endParaRPr lang="en-IN" sz="2800" dirty="0">
              <a:solidFill>
                <a:schemeClr val="bg1"/>
              </a:solidFill>
            </a:endParaRPr>
          </a:p>
        </p:txBody>
      </p:sp>
    </p:spTree>
    <p:extLst>
      <p:ext uri="{BB962C8B-B14F-4D97-AF65-F5344CB8AC3E}">
        <p14:creationId xmlns:p14="http://schemas.microsoft.com/office/powerpoint/2010/main" val="3934410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DC2F-12DC-031C-A054-D2AAEEAA6C8A}"/>
              </a:ext>
            </a:extLst>
          </p:cNvPr>
          <p:cNvSpPr>
            <a:spLocks noGrp="1"/>
          </p:cNvSpPr>
          <p:nvPr>
            <p:ph type="ctrTitle"/>
          </p:nvPr>
        </p:nvSpPr>
        <p:spPr>
          <a:xfrm>
            <a:off x="1352550" y="148590"/>
            <a:ext cx="9144000" cy="662940"/>
          </a:xfrm>
        </p:spPr>
        <p:txBody>
          <a:bodyPr>
            <a:normAutofit/>
          </a:bodyPr>
          <a:lstStyle/>
          <a:p>
            <a:r>
              <a:rPr lang="en-IN" sz="3600" b="1" dirty="0"/>
              <a:t>Customer Analysis Dashboard</a:t>
            </a:r>
          </a:p>
        </p:txBody>
      </p:sp>
      <p:sp>
        <p:nvSpPr>
          <p:cNvPr id="3" name="Subtitle 2">
            <a:extLst>
              <a:ext uri="{FF2B5EF4-FFF2-40B4-BE49-F238E27FC236}">
                <a16:creationId xmlns:a16="http://schemas.microsoft.com/office/drawing/2014/main" id="{82869CF1-0D8E-6144-7C2A-422CD1F67F16}"/>
              </a:ext>
            </a:extLst>
          </p:cNvPr>
          <p:cNvSpPr>
            <a:spLocks noGrp="1"/>
          </p:cNvSpPr>
          <p:nvPr>
            <p:ph type="subTitle" idx="1"/>
          </p:nvPr>
        </p:nvSpPr>
        <p:spPr>
          <a:xfrm>
            <a:off x="266700" y="1280160"/>
            <a:ext cx="7402830" cy="5349240"/>
          </a:xfrm>
        </p:spPr>
        <p:txBody>
          <a:bodyPr>
            <a:normAutofit fontScale="92500" lnSpcReduction="20000"/>
          </a:bodyPr>
          <a:lstStyle/>
          <a:p>
            <a:pPr algn="l"/>
            <a:r>
              <a:rPr lang="en-US" dirty="0">
                <a:latin typeface="Franklin Gothic Medium" panose="020B0603020102020204" pitchFamily="34" charset="0"/>
              </a:rPr>
              <a:t>This dashboard provides insights into customer behavior, purchasing patterns, and revenue contribution.</a:t>
            </a:r>
          </a:p>
          <a:p>
            <a:pPr algn="l"/>
            <a:r>
              <a:rPr lang="en-US" dirty="0">
                <a:latin typeface="Franklin Gothic Medium" panose="020B0603020102020204" pitchFamily="34" charset="0"/>
              </a:rPr>
              <a:t>A map visualization is used to show the geographic distribution of customers across different countries, helping to identify key markets. A bar chart displays the number of orders placed by different companies, highlighting the most active customers.</a:t>
            </a:r>
          </a:p>
          <a:p>
            <a:pPr algn="l"/>
            <a:r>
              <a:rPr lang="en-US" dirty="0">
                <a:latin typeface="Franklin Gothic Medium" panose="020B0603020102020204" pitchFamily="34" charset="0"/>
              </a:rPr>
              <a:t>Additionally, a pie chart represents the top 10 customers based on total sales, showing which customers contribute the highest revenue. Another bar chart shows the average discount provided to customers, helping to understand pricing strategies.</a:t>
            </a:r>
          </a:p>
          <a:p>
            <a:pPr algn="l"/>
            <a:r>
              <a:rPr lang="en-US" dirty="0">
                <a:latin typeface="Franklin Gothic Medium" panose="020B0603020102020204" pitchFamily="34" charset="0"/>
              </a:rPr>
              <a:t>Overall, this dashboard helps in identifying high-value customers, understanding their ordering behavior, and analyzing how discounts impact sales.</a:t>
            </a:r>
          </a:p>
          <a:p>
            <a:pPr algn="l"/>
            <a:r>
              <a:rPr lang="en-US" b="1" dirty="0">
                <a:latin typeface="Franklin Gothic Medium" panose="020B0603020102020204" pitchFamily="34" charset="0"/>
              </a:rPr>
              <a:t>Key Insight:</a:t>
            </a:r>
            <a:br>
              <a:rPr lang="en-US" dirty="0">
                <a:latin typeface="Franklin Gothic Medium" panose="020B0603020102020204" pitchFamily="34" charset="0"/>
              </a:rPr>
            </a:br>
            <a:r>
              <a:rPr lang="en-US" dirty="0">
                <a:latin typeface="Franklin Gothic Medium" panose="020B0603020102020204" pitchFamily="34" charset="0"/>
              </a:rPr>
              <a:t>A small number of customers contribute a large portion of total revenue, indicating the presence of high-value repeat customers.</a:t>
            </a:r>
          </a:p>
          <a:p>
            <a:pPr algn="l"/>
            <a:endParaRPr lang="en-IN" dirty="0"/>
          </a:p>
        </p:txBody>
      </p:sp>
      <p:pic>
        <p:nvPicPr>
          <p:cNvPr id="5" name="Picture 4">
            <a:extLst>
              <a:ext uri="{FF2B5EF4-FFF2-40B4-BE49-F238E27FC236}">
                <a16:creationId xmlns:a16="http://schemas.microsoft.com/office/drawing/2014/main" id="{63DD1209-D09F-46B3-9C7E-54B10922E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0317" y="1486838"/>
            <a:ext cx="4325473" cy="4338929"/>
          </a:xfrm>
          <a:prstGeom prst="rect">
            <a:avLst/>
          </a:prstGeom>
        </p:spPr>
      </p:pic>
    </p:spTree>
    <p:extLst>
      <p:ext uri="{BB962C8B-B14F-4D97-AF65-F5344CB8AC3E}">
        <p14:creationId xmlns:p14="http://schemas.microsoft.com/office/powerpoint/2010/main" val="218585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6294-D31D-069A-1771-E4FEB0E3F694}"/>
              </a:ext>
            </a:extLst>
          </p:cNvPr>
          <p:cNvSpPr>
            <a:spLocks noGrp="1"/>
          </p:cNvSpPr>
          <p:nvPr>
            <p:ph type="ctrTitle"/>
          </p:nvPr>
        </p:nvSpPr>
        <p:spPr>
          <a:xfrm>
            <a:off x="1421130" y="162243"/>
            <a:ext cx="9144000" cy="500697"/>
          </a:xfrm>
        </p:spPr>
        <p:txBody>
          <a:bodyPr>
            <a:normAutofit fontScale="90000"/>
          </a:bodyPr>
          <a:lstStyle/>
          <a:p>
            <a:r>
              <a:rPr lang="en-IN" sz="3600" b="1" dirty="0"/>
              <a:t>Employee Analysis Dashboard</a:t>
            </a:r>
          </a:p>
        </p:txBody>
      </p:sp>
      <p:sp>
        <p:nvSpPr>
          <p:cNvPr id="3" name="Subtitle 2">
            <a:extLst>
              <a:ext uri="{FF2B5EF4-FFF2-40B4-BE49-F238E27FC236}">
                <a16:creationId xmlns:a16="http://schemas.microsoft.com/office/drawing/2014/main" id="{13DA2886-54D3-E101-424F-4BCBD7D7483C}"/>
              </a:ext>
            </a:extLst>
          </p:cNvPr>
          <p:cNvSpPr>
            <a:spLocks noGrp="1"/>
          </p:cNvSpPr>
          <p:nvPr>
            <p:ph type="subTitle" idx="1"/>
          </p:nvPr>
        </p:nvSpPr>
        <p:spPr>
          <a:xfrm>
            <a:off x="308610" y="811530"/>
            <a:ext cx="7429500" cy="5737860"/>
          </a:xfrm>
        </p:spPr>
        <p:txBody>
          <a:bodyPr>
            <a:normAutofit/>
          </a:bodyPr>
          <a:lstStyle/>
          <a:p>
            <a:pPr algn="l"/>
            <a:r>
              <a:rPr lang="en-US" sz="1800" b="1" dirty="0">
                <a:latin typeface="Franklin Gothic Medium" panose="020B0603020102020204" pitchFamily="34" charset="0"/>
              </a:rPr>
              <a:t>This dashboard evaluates the performance of employees based on their contribution to orders and sales.</a:t>
            </a:r>
          </a:p>
          <a:p>
            <a:pPr algn="l"/>
            <a:r>
              <a:rPr lang="en-US" sz="1800" b="1" dirty="0">
                <a:latin typeface="Franklin Gothic Medium" panose="020B0603020102020204" pitchFamily="34" charset="0"/>
              </a:rPr>
              <a:t>KPI cards are used to display total orders, total sales, and average sales per employee. A bar chart shows the number of orders handled by each employee, helping to identify the most active employees.</a:t>
            </a:r>
          </a:p>
          <a:p>
            <a:pPr algn="l"/>
            <a:r>
              <a:rPr lang="en-US" sz="1800" b="1" dirty="0">
                <a:latin typeface="Franklin Gothic Medium" panose="020B0603020102020204" pitchFamily="34" charset="0"/>
              </a:rPr>
              <a:t>Another bar chart highlights total sales generated by each employee, providing insights into revenue contribution. A pie chart shows the distribution of sales among top employees, while a line chart represents the sales trend over time.</a:t>
            </a:r>
          </a:p>
          <a:p>
            <a:pPr algn="l"/>
            <a:r>
              <a:rPr lang="en-US" sz="1800" b="1" dirty="0">
                <a:latin typeface="Franklin Gothic Medium" panose="020B0603020102020204" pitchFamily="34" charset="0"/>
              </a:rPr>
              <a:t>This dashboard helps in comparing employee performance and understanding productivity patterns.</a:t>
            </a:r>
          </a:p>
          <a:p>
            <a:pPr algn="l"/>
            <a:r>
              <a:rPr lang="en-US" sz="1800" b="1" dirty="0">
                <a:latin typeface="Franklin Gothic Medium" panose="020B0603020102020204" pitchFamily="34" charset="0"/>
              </a:rPr>
              <a:t>Key Insight:</a:t>
            </a:r>
            <a:br>
              <a:rPr lang="en-US" sz="1800" b="1" dirty="0">
                <a:latin typeface="Franklin Gothic Medium" panose="020B0603020102020204" pitchFamily="34" charset="0"/>
              </a:rPr>
            </a:br>
            <a:r>
              <a:rPr lang="en-US" sz="1800" b="1" dirty="0">
                <a:latin typeface="Franklin Gothic Medium" panose="020B0603020102020204" pitchFamily="34" charset="0"/>
              </a:rPr>
              <a:t>Some employees handle more orders and generate higher sales, indicating differences in performance levels.</a:t>
            </a:r>
          </a:p>
          <a:p>
            <a:pPr algn="l"/>
            <a:endParaRPr lang="en-IN" sz="1800" dirty="0"/>
          </a:p>
        </p:txBody>
      </p:sp>
      <p:pic>
        <p:nvPicPr>
          <p:cNvPr id="5" name="Picture 4">
            <a:extLst>
              <a:ext uri="{FF2B5EF4-FFF2-40B4-BE49-F238E27FC236}">
                <a16:creationId xmlns:a16="http://schemas.microsoft.com/office/drawing/2014/main" id="{7982CE38-7BA1-A4AB-A07C-2BC1F03CE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974" y="760429"/>
            <a:ext cx="4524816" cy="4337351"/>
          </a:xfrm>
          <a:prstGeom prst="rect">
            <a:avLst/>
          </a:prstGeom>
        </p:spPr>
      </p:pic>
    </p:spTree>
    <p:extLst>
      <p:ext uri="{BB962C8B-B14F-4D97-AF65-F5344CB8AC3E}">
        <p14:creationId xmlns:p14="http://schemas.microsoft.com/office/powerpoint/2010/main" val="3276016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0AF3-665E-B950-A2C0-96E5B48AC12B}"/>
              </a:ext>
            </a:extLst>
          </p:cNvPr>
          <p:cNvSpPr>
            <a:spLocks noGrp="1"/>
          </p:cNvSpPr>
          <p:nvPr>
            <p:ph type="ctrTitle"/>
          </p:nvPr>
        </p:nvSpPr>
        <p:spPr>
          <a:xfrm>
            <a:off x="1524000" y="138749"/>
            <a:ext cx="9144000" cy="684211"/>
          </a:xfrm>
        </p:spPr>
        <p:txBody>
          <a:bodyPr>
            <a:normAutofit/>
          </a:bodyPr>
          <a:lstStyle/>
          <a:p>
            <a:r>
              <a:rPr lang="en-IN" sz="3600" b="1" dirty="0"/>
              <a:t>Product Analysis Dashboard</a:t>
            </a:r>
          </a:p>
        </p:txBody>
      </p:sp>
      <p:sp>
        <p:nvSpPr>
          <p:cNvPr id="3" name="Subtitle 2">
            <a:extLst>
              <a:ext uri="{FF2B5EF4-FFF2-40B4-BE49-F238E27FC236}">
                <a16:creationId xmlns:a16="http://schemas.microsoft.com/office/drawing/2014/main" id="{48921A01-7C12-FCDC-D427-50D0C18FA642}"/>
              </a:ext>
            </a:extLst>
          </p:cNvPr>
          <p:cNvSpPr>
            <a:spLocks noGrp="1"/>
          </p:cNvSpPr>
          <p:nvPr>
            <p:ph type="subTitle" idx="1"/>
          </p:nvPr>
        </p:nvSpPr>
        <p:spPr>
          <a:xfrm>
            <a:off x="594360" y="1131570"/>
            <a:ext cx="7269480" cy="5337810"/>
          </a:xfrm>
        </p:spPr>
        <p:txBody>
          <a:bodyPr>
            <a:normAutofit fontScale="92500" lnSpcReduction="10000"/>
          </a:bodyPr>
          <a:lstStyle/>
          <a:p>
            <a:pPr algn="l"/>
            <a:r>
              <a:rPr lang="en-US" dirty="0">
                <a:latin typeface="Franklin Gothic Medium" panose="020B0603020102020204" pitchFamily="34" charset="0"/>
              </a:rPr>
              <a:t>This dashboard focuses on product performance, sales trends, and category contribution.</a:t>
            </a:r>
          </a:p>
          <a:p>
            <a:pPr algn="l"/>
            <a:r>
              <a:rPr lang="en-US" dirty="0">
                <a:latin typeface="Franklin Gothic Medium" panose="020B0603020102020204" pitchFamily="34" charset="0"/>
              </a:rPr>
              <a:t>KPI cards display total sales, total quantity sold, and average price of products. A bar chart shows the top products based on quantity sold, helping to identify the most demanded items.</a:t>
            </a:r>
          </a:p>
          <a:p>
            <a:pPr algn="l"/>
            <a:r>
              <a:rPr lang="en-US" dirty="0">
                <a:latin typeface="Franklin Gothic Medium" panose="020B0603020102020204" pitchFamily="34" charset="0"/>
              </a:rPr>
              <a:t>Another bar chart highlights the top products by total sales, indicating the highest revenue-generating products. A pie chart represents sales distribution across different product categories.</a:t>
            </a:r>
          </a:p>
          <a:p>
            <a:pPr algn="l"/>
            <a:r>
              <a:rPr lang="en-US" dirty="0">
                <a:latin typeface="Franklin Gothic Medium" panose="020B0603020102020204" pitchFamily="34" charset="0"/>
              </a:rPr>
              <a:t>A line chart is used to show sales trends over time, helping to identify seasonal patterns and growth trends.</a:t>
            </a:r>
          </a:p>
          <a:p>
            <a:pPr algn="l"/>
            <a:r>
              <a:rPr lang="en-US" dirty="0">
                <a:latin typeface="Franklin Gothic Medium" panose="020B0603020102020204" pitchFamily="34" charset="0"/>
              </a:rPr>
              <a:t>This dashboard provides insights into which products and categories drive business performance.</a:t>
            </a:r>
          </a:p>
          <a:p>
            <a:pPr algn="l"/>
            <a:r>
              <a:rPr lang="en-US" b="1" dirty="0">
                <a:latin typeface="Franklin Gothic Medium" panose="020B0603020102020204" pitchFamily="34" charset="0"/>
              </a:rPr>
              <a:t>Key Insight:</a:t>
            </a:r>
            <a:br>
              <a:rPr lang="en-US" dirty="0">
                <a:latin typeface="Franklin Gothic Medium" panose="020B0603020102020204" pitchFamily="34" charset="0"/>
              </a:rPr>
            </a:br>
            <a:r>
              <a:rPr lang="en-US" dirty="0">
                <a:latin typeface="Franklin Gothic Medium" panose="020B0603020102020204" pitchFamily="34" charset="0"/>
              </a:rPr>
              <a:t>A few products and categories contribute significantly to total sales, indicating key revenue drivers.</a:t>
            </a:r>
          </a:p>
          <a:p>
            <a:pPr algn="l"/>
            <a:endParaRPr lang="en-IN" dirty="0"/>
          </a:p>
        </p:txBody>
      </p:sp>
      <p:pic>
        <p:nvPicPr>
          <p:cNvPr id="5" name="Picture 4">
            <a:extLst>
              <a:ext uri="{FF2B5EF4-FFF2-40B4-BE49-F238E27FC236}">
                <a16:creationId xmlns:a16="http://schemas.microsoft.com/office/drawing/2014/main" id="{A471ACCC-D73A-6A3E-BAF3-097770B98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5012" y="1303020"/>
            <a:ext cx="3831214" cy="4480560"/>
          </a:xfrm>
          <a:prstGeom prst="rect">
            <a:avLst/>
          </a:prstGeom>
        </p:spPr>
      </p:pic>
    </p:spTree>
    <p:extLst>
      <p:ext uri="{BB962C8B-B14F-4D97-AF65-F5344CB8AC3E}">
        <p14:creationId xmlns:p14="http://schemas.microsoft.com/office/powerpoint/2010/main" val="2369572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71DC-EC1D-0925-8ADE-CE03771ABC81}"/>
              </a:ext>
            </a:extLst>
          </p:cNvPr>
          <p:cNvSpPr>
            <a:spLocks noGrp="1"/>
          </p:cNvSpPr>
          <p:nvPr>
            <p:ph type="ctrTitle"/>
          </p:nvPr>
        </p:nvSpPr>
        <p:spPr>
          <a:xfrm>
            <a:off x="1524000" y="253683"/>
            <a:ext cx="9144000" cy="855027"/>
          </a:xfrm>
        </p:spPr>
        <p:txBody>
          <a:bodyPr>
            <a:normAutofit fontScale="90000"/>
          </a:bodyPr>
          <a:lstStyle/>
          <a:p>
            <a:r>
              <a:rPr lang="en-IN" sz="3600" b="1" dirty="0"/>
              <a:t>Shipper Analysis Dashboard</a:t>
            </a:r>
            <a:br>
              <a:rPr lang="en-IN" sz="2000" dirty="0"/>
            </a:br>
            <a:endParaRPr lang="en-IN" sz="2000" dirty="0"/>
          </a:p>
        </p:txBody>
      </p:sp>
      <p:sp>
        <p:nvSpPr>
          <p:cNvPr id="3" name="Subtitle 2">
            <a:extLst>
              <a:ext uri="{FF2B5EF4-FFF2-40B4-BE49-F238E27FC236}">
                <a16:creationId xmlns:a16="http://schemas.microsoft.com/office/drawing/2014/main" id="{203AA116-FBE0-D5F5-B436-1266725B0A8D}"/>
              </a:ext>
            </a:extLst>
          </p:cNvPr>
          <p:cNvSpPr>
            <a:spLocks noGrp="1"/>
          </p:cNvSpPr>
          <p:nvPr>
            <p:ph type="subTitle" idx="1"/>
          </p:nvPr>
        </p:nvSpPr>
        <p:spPr>
          <a:xfrm>
            <a:off x="426720" y="1131570"/>
            <a:ext cx="7322820" cy="5554980"/>
          </a:xfrm>
        </p:spPr>
        <p:txBody>
          <a:bodyPr>
            <a:normAutofit fontScale="92500" lnSpcReduction="10000"/>
          </a:bodyPr>
          <a:lstStyle/>
          <a:p>
            <a:pPr algn="l"/>
            <a:r>
              <a:rPr lang="en-US" dirty="0">
                <a:latin typeface="Franklin Gothic Medium" panose="020B0603020102020204" pitchFamily="34" charset="0"/>
              </a:rPr>
              <a:t>This dashboard analyzes shipping performance, cost distribution, and delivery trends.</a:t>
            </a:r>
          </a:p>
          <a:p>
            <a:pPr algn="l"/>
            <a:r>
              <a:rPr lang="en-US" dirty="0">
                <a:latin typeface="Franklin Gothic Medium" panose="020B0603020102020204" pitchFamily="34" charset="0"/>
              </a:rPr>
              <a:t>KPI cards display total orders shipped, total freight cost, average freight cost, and total number of shipping partners. A bar chart shows the number of orders handled by each shipper, identifying the most frequently used shipping companies.</a:t>
            </a:r>
          </a:p>
          <a:p>
            <a:pPr algn="l"/>
            <a:r>
              <a:rPr lang="en-US" dirty="0">
                <a:latin typeface="Franklin Gothic Medium" panose="020B0603020102020204" pitchFamily="34" charset="0"/>
              </a:rPr>
              <a:t>Another bar chart compares average freight cost across shippers, helping to identify expensive and cost-effective shipping partners. A pie chart shows the distribution of shipping costs among different shippers.</a:t>
            </a:r>
          </a:p>
          <a:p>
            <a:pPr algn="l"/>
            <a:r>
              <a:rPr lang="en-US" dirty="0">
                <a:latin typeface="Franklin Gothic Medium" panose="020B0603020102020204" pitchFamily="34" charset="0"/>
              </a:rPr>
              <a:t>A line chart represents the monthly trend of shipped orders, providing insights into shipping activity over time.</a:t>
            </a:r>
          </a:p>
          <a:p>
            <a:pPr algn="l"/>
            <a:r>
              <a:rPr lang="en-US" dirty="0">
                <a:latin typeface="Franklin Gothic Medium" panose="020B0603020102020204" pitchFamily="34" charset="0"/>
              </a:rPr>
              <a:t>This dashboard helps in evaluating shipping efficiency and cost management.</a:t>
            </a:r>
          </a:p>
          <a:p>
            <a:pPr algn="l"/>
            <a:r>
              <a:rPr lang="en-US" b="1" dirty="0">
                <a:latin typeface="Franklin Gothic Medium" panose="020B0603020102020204" pitchFamily="34" charset="0"/>
              </a:rPr>
              <a:t>Key Insight:</a:t>
            </a:r>
            <a:br>
              <a:rPr lang="en-US" dirty="0">
                <a:latin typeface="Franklin Gothic Medium" panose="020B0603020102020204" pitchFamily="34" charset="0"/>
              </a:rPr>
            </a:br>
            <a:r>
              <a:rPr lang="en-US" dirty="0">
                <a:latin typeface="Franklin Gothic Medium" panose="020B0603020102020204" pitchFamily="34" charset="0"/>
              </a:rPr>
              <a:t>Some shippers handle more orders but may also have higher costs, indicating a trade-off between usage and cost.</a:t>
            </a:r>
          </a:p>
          <a:p>
            <a:pPr algn="l"/>
            <a:endParaRPr lang="en-IN" dirty="0">
              <a:latin typeface="Franklin Gothic Medium" panose="020B0603020102020204" pitchFamily="34" charset="0"/>
            </a:endParaRPr>
          </a:p>
        </p:txBody>
      </p:sp>
      <p:pic>
        <p:nvPicPr>
          <p:cNvPr id="5" name="Picture 4">
            <a:extLst>
              <a:ext uri="{FF2B5EF4-FFF2-40B4-BE49-F238E27FC236}">
                <a16:creationId xmlns:a16="http://schemas.microsoft.com/office/drawing/2014/main" id="{85EF9B10-0E49-EAA0-64EB-98D073AE6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0" y="1417320"/>
            <a:ext cx="4109918" cy="4000500"/>
          </a:xfrm>
          <a:prstGeom prst="rect">
            <a:avLst/>
          </a:prstGeom>
        </p:spPr>
      </p:pic>
    </p:spTree>
    <p:extLst>
      <p:ext uri="{BB962C8B-B14F-4D97-AF65-F5344CB8AC3E}">
        <p14:creationId xmlns:p14="http://schemas.microsoft.com/office/powerpoint/2010/main" val="1928129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9510F-3DDC-91D3-C02B-6886E4A8B652}"/>
              </a:ext>
            </a:extLst>
          </p:cNvPr>
          <p:cNvSpPr>
            <a:spLocks noGrp="1"/>
          </p:cNvSpPr>
          <p:nvPr>
            <p:ph type="ctrTitle"/>
          </p:nvPr>
        </p:nvSpPr>
        <p:spPr>
          <a:xfrm>
            <a:off x="1524000" y="114301"/>
            <a:ext cx="9144000" cy="811530"/>
          </a:xfrm>
        </p:spPr>
        <p:txBody>
          <a:bodyPr>
            <a:normAutofit/>
          </a:bodyPr>
          <a:lstStyle/>
          <a:p>
            <a:r>
              <a:rPr lang="en-IN" sz="4800" dirty="0">
                <a:latin typeface="Franklin Gothic Medium" panose="020B0603020102020204" pitchFamily="34" charset="0"/>
              </a:rPr>
              <a:t>Summary of Analysis</a:t>
            </a:r>
          </a:p>
        </p:txBody>
      </p:sp>
      <p:sp>
        <p:nvSpPr>
          <p:cNvPr id="3" name="Subtitle 2">
            <a:extLst>
              <a:ext uri="{FF2B5EF4-FFF2-40B4-BE49-F238E27FC236}">
                <a16:creationId xmlns:a16="http://schemas.microsoft.com/office/drawing/2014/main" id="{37DDA8E6-9D9D-7446-8CFF-F8C5DC782373}"/>
              </a:ext>
            </a:extLst>
          </p:cNvPr>
          <p:cNvSpPr>
            <a:spLocks noGrp="1"/>
          </p:cNvSpPr>
          <p:nvPr>
            <p:ph type="subTitle" idx="1"/>
          </p:nvPr>
        </p:nvSpPr>
        <p:spPr>
          <a:xfrm>
            <a:off x="1524000" y="1451610"/>
            <a:ext cx="9144000" cy="4583430"/>
          </a:xfrm>
        </p:spPr>
        <p:txBody>
          <a:bodyPr>
            <a:normAutofit fontScale="92500" lnSpcReduction="10000"/>
          </a:bodyPr>
          <a:lstStyle/>
          <a:p>
            <a:pPr algn="just"/>
            <a:r>
              <a:rPr lang="en-US" dirty="0">
                <a:latin typeface="Franklin Gothic Medium" panose="020B0603020102020204" pitchFamily="34" charset="0"/>
              </a:rPr>
              <a:t>The Power BI dashboard successfully provides a comprehensive view of Northwind Traders' business performance by integrating data from multiple tables.</a:t>
            </a:r>
          </a:p>
          <a:p>
            <a:pPr algn="just"/>
            <a:r>
              <a:rPr lang="en-US" dirty="0">
                <a:latin typeface="Franklin Gothic Medium" panose="020B0603020102020204" pitchFamily="34" charset="0"/>
              </a:rPr>
              <a:t>The analysis highlights customer behavior, employee performance, product demand, and shipping efficiency. It was observed that a small number of customers and products contribute significantly to overall revenue, indicating the importance of key business drivers.</a:t>
            </a:r>
          </a:p>
          <a:p>
            <a:pPr algn="just"/>
            <a:r>
              <a:rPr lang="en-US" dirty="0">
                <a:latin typeface="Franklin Gothic Medium" panose="020B0603020102020204" pitchFamily="34" charset="0"/>
              </a:rPr>
              <a:t>Employee analysis revealed differences in performance, where some employees handle more orders and generate higher sales. Product analysis showed that certain categories and products dominate sales, while shipping analysis highlighted variations in cost and usage among different shippers.</a:t>
            </a:r>
          </a:p>
          <a:p>
            <a:pPr algn="just"/>
            <a:r>
              <a:rPr lang="en-US" dirty="0">
                <a:latin typeface="Franklin Gothic Medium" panose="020B0603020102020204" pitchFamily="34" charset="0"/>
              </a:rPr>
              <a:t>Overall, the dashboard enables better understanding of business operations and supports data-driven decision-making through interactive and visual insights.</a:t>
            </a:r>
          </a:p>
          <a:p>
            <a:pPr algn="l"/>
            <a:endParaRPr lang="en-IN" dirty="0"/>
          </a:p>
        </p:txBody>
      </p:sp>
    </p:spTree>
    <p:extLst>
      <p:ext uri="{BB962C8B-B14F-4D97-AF65-F5344CB8AC3E}">
        <p14:creationId xmlns:p14="http://schemas.microsoft.com/office/powerpoint/2010/main" val="3558648124"/>
      </p:ext>
    </p:extLst>
  </p:cSld>
  <p:clrMapOvr>
    <a:masterClrMapping/>
  </p:clrMapOvr>
</p:sld>
</file>

<file path=ppt/theme/theme1.xml><?xml version="1.0" encoding="utf-8"?>
<a:theme xmlns:a="http://schemas.openxmlformats.org/drawingml/2006/main" name="Theme1">
  <a:themeElements>
    <a:clrScheme name="TM11161285">
      <a:dk1>
        <a:srgbClr val="000000"/>
      </a:dk1>
      <a:lt1>
        <a:srgbClr val="FFFFFF"/>
      </a:lt1>
      <a:dk2>
        <a:srgbClr val="445469"/>
      </a:dk2>
      <a:lt2>
        <a:srgbClr val="E7E6E6"/>
      </a:lt2>
      <a:accent1>
        <a:srgbClr val="F0829B"/>
      </a:accent1>
      <a:accent2>
        <a:srgbClr val="F83249"/>
      </a:accent2>
      <a:accent3>
        <a:srgbClr val="F6BF0E"/>
      </a:accent3>
      <a:accent4>
        <a:srgbClr val="F3EEF2"/>
      </a:accent4>
      <a:accent5>
        <a:srgbClr val="2C46FB"/>
      </a:accent5>
      <a:accent6>
        <a:srgbClr val="FE9201"/>
      </a:accent6>
      <a:hlink>
        <a:srgbClr val="FFD53E"/>
      </a:hlink>
      <a:folHlink>
        <a:srgbClr val="FCC77E"/>
      </a:folHlink>
    </a:clrScheme>
    <a:fontScheme name="Century">
      <a:majorFont>
        <a:latin typeface="Century Gothic"/>
        <a:ea typeface=""/>
        <a:cs typeface=""/>
      </a:majorFont>
      <a:minorFont>
        <a:latin typeface="Century Gothic"/>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Theme1" id="{BF3AB87A-84F3-4ED0-924D-04B9799A6EF9}" vid="{B1BE3E21-A61F-42BD-84B0-A31E67161DF4}"/>
    </a:ext>
  </a:extLst>
</a:theme>
</file>

<file path=docProps/app.xml><?xml version="1.0" encoding="utf-8"?>
<Properties xmlns="http://schemas.openxmlformats.org/officeDocument/2006/extended-properties" xmlns:vt="http://schemas.openxmlformats.org/officeDocument/2006/docPropsVTypes">
  <Template>Theme1</Template>
  <TotalTime>68</TotalTime>
  <Words>1323</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Franklin Gothic Medium</vt:lpstr>
      <vt:lpstr>Theme1</vt:lpstr>
      <vt:lpstr> Introduction</vt:lpstr>
      <vt:lpstr>Data Cleaning and Preparation</vt:lpstr>
      <vt:lpstr>Data Cleaning and Preparation</vt:lpstr>
      <vt:lpstr>Data model (er diagram)</vt:lpstr>
      <vt:lpstr>The data model represents the relationships between different tables in the Northwind dataset. It is designed using a relational structure where multiple tables are connected through primary and foreign keys. The central table in the model is the "Order Details" table, which acts as a fact table containing transactional data such as quantity, unit price, and discount. This table is connected to various dimension tables including Customers, Orders, Products, Employees, Shippers, Suppliers, and Categories. The Customers table is connected to the Orders table through CustomerID, indicating that one customer can place multiple orders. The Orders table is further connected to the Order Details table through OrderID, representing that one order can contain multiple products. The Products table is linked to the Order Details table using ProductID, showing that each product can appear in multiple orders. Additionally, Products are categorized using the Categories table and supplied by the Suppliers table. The Employees table is connected to Orders, indicating that each employee handles multiple orders. Similarly, the Shippers table is connected to Orders to represent the delivery of orders. Overall, the model follows a star schema structure which improves performance and enables efficient data analysis in Power BI. </vt:lpstr>
      <vt:lpstr>Customer Analysis Dashboard</vt:lpstr>
      <vt:lpstr>Employee Analysis Dashboard</vt:lpstr>
      <vt:lpstr>Product Analysis Dashboard</vt:lpstr>
      <vt:lpstr>Shipper Analysis Dashboard </vt:lpstr>
      <vt:lpstr>Summary of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6</cp:revision>
  <dcterms:created xsi:type="dcterms:W3CDTF">2026-03-28T10:47:50Z</dcterms:created>
  <dcterms:modified xsi:type="dcterms:W3CDTF">2026-03-28T11:55:57Z</dcterms:modified>
</cp:coreProperties>
</file>